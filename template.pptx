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removePersonalInfoOnSave="1" saveSubsetFonts="1" autoCompressPictures="0">
  <p:sldMasterIdLst>
    <p:sldMasterId id="2147483648" r:id="rId4"/>
  </p:sldMasterIdLst>
  <p:notesMasterIdLst>
    <p:notesMasterId r:id="rId6"/>
  </p:notesMasterIdLst>
  <p:handoutMasterIdLst>
    <p:handoutMasterId r:id="rId7"/>
  </p:handoutMasterIdLst>
  <p:sldIdLst>
    <p:sldId id="257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Author" initials="A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593A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9EE216C-5837-B84D-96AE-2BC0BA7270CD}" v="30" dt="2025-07-16T18:29:43.434"/>
  </p1510:revLst>
</p1510:revInfo>
</file>

<file path=ppt/tableStyles.xml><?xml version="1.0" encoding="utf-8"?>
<a:tblStyleLst xmlns:a="http://schemas.openxmlformats.org/drawingml/2006/main" def="{69012ECD-51FC-41F1-AA8D-1B2483CD663E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261" autoAdjust="0"/>
    <p:restoredTop sz="95646" autoAdjust="0"/>
  </p:normalViewPr>
  <p:slideViewPr>
    <p:cSldViewPr snapToGrid="0">
      <p:cViewPr varScale="1">
        <p:scale>
          <a:sx n="118" d="100"/>
          <a:sy n="118" d="100"/>
        </p:scale>
        <p:origin x="5648" y="192"/>
      </p:cViewPr>
      <p:guideLst/>
    </p:cSldViewPr>
  </p:slideViewPr>
  <p:outlineViewPr>
    <p:cViewPr>
      <p:scale>
        <a:sx n="33" d="100"/>
        <a:sy n="33" d="100"/>
      </p:scale>
      <p:origin x="0" y="-576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-7325"/>
    </p:cViewPr>
  </p:sorterViewPr>
  <p:notesViewPr>
    <p:cSldViewPr snapToGrid="0">
      <p:cViewPr varScale="1">
        <p:scale>
          <a:sx n="58" d="100"/>
          <a:sy n="58" d="100"/>
        </p:scale>
        <p:origin x="2371" y="67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commentAuthors" Target="commentAuthors.xml"/><Relationship Id="rId13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7" Type="http://schemas.openxmlformats.org/officeDocument/2006/relationships/handoutMaster" Target="handoutMasters/handoutMaster1.xml"/><Relationship Id="rId12" Type="http://schemas.openxmlformats.org/officeDocument/2006/relationships/tableStyles" Target="tableStyle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microsoft.com/office/2018/10/relationships/authors" Target="authors.xml"/><Relationship Id="rId10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m Khalil" userId="82cd1ec2-6208-465b-9d4d-40ce8f0cbf96" providerId="ADAL" clId="{59EE216C-5837-B84D-96AE-2BC0BA7270CD}"/>
    <pc:docChg chg="custSel addSld delSld modSld addMainMaster delMainMaster modMainMaster">
      <pc:chgData name="Sam Khalil" userId="82cd1ec2-6208-465b-9d4d-40ce8f0cbf96" providerId="ADAL" clId="{59EE216C-5837-B84D-96AE-2BC0BA7270CD}" dt="2025-07-16T18:29:55.857" v="127" actId="2696"/>
      <pc:docMkLst>
        <pc:docMk/>
      </pc:docMkLst>
      <pc:sldChg chg="addSp delSp modSp del mod modClrScheme chgLayout">
        <pc:chgData name="Sam Khalil" userId="82cd1ec2-6208-465b-9d4d-40ce8f0cbf96" providerId="ADAL" clId="{59EE216C-5837-B84D-96AE-2BC0BA7270CD}" dt="2025-07-16T18:29:55.857" v="127" actId="2696"/>
        <pc:sldMkLst>
          <pc:docMk/>
          <pc:sldMk cId="2259308896" sldId="256"/>
        </pc:sldMkLst>
        <pc:spChg chg="mod ord">
          <ac:chgData name="Sam Khalil" userId="82cd1ec2-6208-465b-9d4d-40ce8f0cbf96" providerId="ADAL" clId="{59EE216C-5837-B84D-96AE-2BC0BA7270CD}" dt="2025-07-15T16:10:41.774" v="117" actId="700"/>
          <ac:spMkLst>
            <pc:docMk/>
            <pc:sldMk cId="2259308896" sldId="256"/>
            <ac:spMk id="2" creationId="{51DF3D98-3C30-4CFC-8643-C81E829C8C25}"/>
          </ac:spMkLst>
        </pc:spChg>
        <pc:spChg chg="add mod ord">
          <ac:chgData name="Sam Khalil" userId="82cd1ec2-6208-465b-9d4d-40ce8f0cbf96" providerId="ADAL" clId="{59EE216C-5837-B84D-96AE-2BC0BA7270CD}" dt="2025-07-15T16:10:41.774" v="117" actId="700"/>
          <ac:spMkLst>
            <pc:docMk/>
            <pc:sldMk cId="2259308896" sldId="256"/>
            <ac:spMk id="3" creationId="{22B17258-246D-EC3F-8FA1-DFE8C9E2D4B7}"/>
          </ac:spMkLst>
        </pc:spChg>
        <pc:spChg chg="add del mod ord">
          <ac:chgData name="Sam Khalil" userId="82cd1ec2-6208-465b-9d4d-40ce8f0cbf96" providerId="ADAL" clId="{59EE216C-5837-B84D-96AE-2BC0BA7270CD}" dt="2025-07-15T09:35:55.636" v="1" actId="700"/>
          <ac:spMkLst>
            <pc:docMk/>
            <pc:sldMk cId="2259308896" sldId="256"/>
            <ac:spMk id="3" creationId="{7C768F48-1241-357A-1731-7093D7DC8577}"/>
          </ac:spMkLst>
        </pc:spChg>
        <pc:spChg chg="add mod ord">
          <ac:chgData name="Sam Khalil" userId="82cd1ec2-6208-465b-9d4d-40ce8f0cbf96" providerId="ADAL" clId="{59EE216C-5837-B84D-96AE-2BC0BA7270CD}" dt="2025-07-15T16:10:41.774" v="117" actId="700"/>
          <ac:spMkLst>
            <pc:docMk/>
            <pc:sldMk cId="2259308896" sldId="256"/>
            <ac:spMk id="4" creationId="{8397A25F-26E2-7D8D-26B9-FDFC3C7CCAF1}"/>
          </ac:spMkLst>
        </pc:spChg>
        <pc:spChg chg="add mod ord">
          <ac:chgData name="Sam Khalil" userId="82cd1ec2-6208-465b-9d4d-40ce8f0cbf96" providerId="ADAL" clId="{59EE216C-5837-B84D-96AE-2BC0BA7270CD}" dt="2025-07-15T16:10:41.774" v="117" actId="700"/>
          <ac:spMkLst>
            <pc:docMk/>
            <pc:sldMk cId="2259308896" sldId="256"/>
            <ac:spMk id="5" creationId="{C9A0C5C9-4879-8654-17C1-9FBD648AE38F}"/>
          </ac:spMkLst>
        </pc:spChg>
        <pc:spChg chg="add mod ord">
          <ac:chgData name="Sam Khalil" userId="82cd1ec2-6208-465b-9d4d-40ce8f0cbf96" providerId="ADAL" clId="{59EE216C-5837-B84D-96AE-2BC0BA7270CD}" dt="2025-07-15T16:10:41.774" v="117" actId="700"/>
          <ac:spMkLst>
            <pc:docMk/>
            <pc:sldMk cId="2259308896" sldId="256"/>
            <ac:spMk id="6" creationId="{9F0B1A67-970C-A0EA-AC51-00FC3276CB39}"/>
          </ac:spMkLst>
        </pc:spChg>
      </pc:sldChg>
      <pc:sldChg chg="addSp delSp modSp new del mod chgLayout">
        <pc:chgData name="Sam Khalil" userId="82cd1ec2-6208-465b-9d4d-40ce8f0cbf96" providerId="ADAL" clId="{59EE216C-5837-B84D-96AE-2BC0BA7270CD}" dt="2025-07-15T16:27:33.209" v="118" actId="2696"/>
        <pc:sldMkLst>
          <pc:docMk/>
          <pc:sldMk cId="2439039490" sldId="257"/>
        </pc:sldMkLst>
        <pc:spChg chg="del">
          <ac:chgData name="Sam Khalil" userId="82cd1ec2-6208-465b-9d4d-40ce8f0cbf96" providerId="ADAL" clId="{59EE216C-5837-B84D-96AE-2BC0BA7270CD}" dt="2025-07-15T16:09:32.174" v="115" actId="700"/>
          <ac:spMkLst>
            <pc:docMk/>
            <pc:sldMk cId="2439039490" sldId="257"/>
            <ac:spMk id="2" creationId="{38829C4E-5FFC-7E4E-0086-38BCEC2D31E0}"/>
          </ac:spMkLst>
        </pc:spChg>
        <pc:spChg chg="del">
          <ac:chgData name="Sam Khalil" userId="82cd1ec2-6208-465b-9d4d-40ce8f0cbf96" providerId="ADAL" clId="{59EE216C-5837-B84D-96AE-2BC0BA7270CD}" dt="2025-07-15T16:09:32.174" v="115" actId="700"/>
          <ac:spMkLst>
            <pc:docMk/>
            <pc:sldMk cId="2439039490" sldId="257"/>
            <ac:spMk id="3" creationId="{4ED4EC1D-8623-B267-F0D2-053559851947}"/>
          </ac:spMkLst>
        </pc:spChg>
        <pc:spChg chg="add del mod ord">
          <ac:chgData name="Sam Khalil" userId="82cd1ec2-6208-465b-9d4d-40ce8f0cbf96" providerId="ADAL" clId="{59EE216C-5837-B84D-96AE-2BC0BA7270CD}" dt="2025-07-15T16:09:47.653" v="116" actId="700"/>
          <ac:spMkLst>
            <pc:docMk/>
            <pc:sldMk cId="2439039490" sldId="257"/>
            <ac:spMk id="4" creationId="{A8559D03-06D1-E9FB-1D2C-07379F99D0ED}"/>
          </ac:spMkLst>
        </pc:spChg>
        <pc:spChg chg="add del mod ord">
          <ac:chgData name="Sam Khalil" userId="82cd1ec2-6208-465b-9d4d-40ce8f0cbf96" providerId="ADAL" clId="{59EE216C-5837-B84D-96AE-2BC0BA7270CD}" dt="2025-07-15T16:09:47.653" v="116" actId="700"/>
          <ac:spMkLst>
            <pc:docMk/>
            <pc:sldMk cId="2439039490" sldId="257"/>
            <ac:spMk id="5" creationId="{1FCE9DBD-8BBA-D7A3-53BC-4E6281EE87CF}"/>
          </ac:spMkLst>
        </pc:spChg>
        <pc:spChg chg="add del mod ord">
          <ac:chgData name="Sam Khalil" userId="82cd1ec2-6208-465b-9d4d-40ce8f0cbf96" providerId="ADAL" clId="{59EE216C-5837-B84D-96AE-2BC0BA7270CD}" dt="2025-07-15T16:09:47.653" v="116" actId="700"/>
          <ac:spMkLst>
            <pc:docMk/>
            <pc:sldMk cId="2439039490" sldId="257"/>
            <ac:spMk id="6" creationId="{7F960C09-C885-7EB0-9A00-1A9A58B32CBF}"/>
          </ac:spMkLst>
        </pc:spChg>
        <pc:spChg chg="add del mod ord">
          <ac:chgData name="Sam Khalil" userId="82cd1ec2-6208-465b-9d4d-40ce8f0cbf96" providerId="ADAL" clId="{59EE216C-5837-B84D-96AE-2BC0BA7270CD}" dt="2025-07-15T16:09:47.653" v="116" actId="700"/>
          <ac:spMkLst>
            <pc:docMk/>
            <pc:sldMk cId="2439039490" sldId="257"/>
            <ac:spMk id="7" creationId="{78811387-B7BA-A3D1-D110-58B94BD96EE2}"/>
          </ac:spMkLst>
        </pc:spChg>
        <pc:spChg chg="add del mod ord">
          <ac:chgData name="Sam Khalil" userId="82cd1ec2-6208-465b-9d4d-40ce8f0cbf96" providerId="ADAL" clId="{59EE216C-5837-B84D-96AE-2BC0BA7270CD}" dt="2025-07-15T16:09:47.653" v="116" actId="700"/>
          <ac:spMkLst>
            <pc:docMk/>
            <pc:sldMk cId="2439039490" sldId="257"/>
            <ac:spMk id="8" creationId="{24DE89B6-1BAD-5F9D-48D6-8E1984A9ECA1}"/>
          </ac:spMkLst>
        </pc:spChg>
        <pc:spChg chg="add mod ord">
          <ac:chgData name="Sam Khalil" userId="82cd1ec2-6208-465b-9d4d-40ce8f0cbf96" providerId="ADAL" clId="{59EE216C-5837-B84D-96AE-2BC0BA7270CD}" dt="2025-07-15T16:09:47.653" v="116" actId="700"/>
          <ac:spMkLst>
            <pc:docMk/>
            <pc:sldMk cId="2439039490" sldId="257"/>
            <ac:spMk id="9" creationId="{E9F5F613-4F46-7100-8DB6-E44813C16D1D}"/>
          </ac:spMkLst>
        </pc:spChg>
        <pc:spChg chg="add mod ord">
          <ac:chgData name="Sam Khalil" userId="82cd1ec2-6208-465b-9d4d-40ce8f0cbf96" providerId="ADAL" clId="{59EE216C-5837-B84D-96AE-2BC0BA7270CD}" dt="2025-07-15T16:09:47.653" v="116" actId="700"/>
          <ac:spMkLst>
            <pc:docMk/>
            <pc:sldMk cId="2439039490" sldId="257"/>
            <ac:spMk id="10" creationId="{0A4CDEF6-0299-4561-0ED5-7DCFE646C4E4}"/>
          </ac:spMkLst>
        </pc:spChg>
        <pc:spChg chg="add mod ord">
          <ac:chgData name="Sam Khalil" userId="82cd1ec2-6208-465b-9d4d-40ce8f0cbf96" providerId="ADAL" clId="{59EE216C-5837-B84D-96AE-2BC0BA7270CD}" dt="2025-07-15T16:09:47.653" v="116" actId="700"/>
          <ac:spMkLst>
            <pc:docMk/>
            <pc:sldMk cId="2439039490" sldId="257"/>
            <ac:spMk id="11" creationId="{97633573-E1F7-1B76-9A69-EFC10A4B0CAD}"/>
          </ac:spMkLst>
        </pc:spChg>
        <pc:spChg chg="add mod ord">
          <ac:chgData name="Sam Khalil" userId="82cd1ec2-6208-465b-9d4d-40ce8f0cbf96" providerId="ADAL" clId="{59EE216C-5837-B84D-96AE-2BC0BA7270CD}" dt="2025-07-15T16:09:47.653" v="116" actId="700"/>
          <ac:spMkLst>
            <pc:docMk/>
            <pc:sldMk cId="2439039490" sldId="257"/>
            <ac:spMk id="12" creationId="{8A81ACEE-A042-8216-F512-591A5AC7178A}"/>
          </ac:spMkLst>
        </pc:spChg>
        <pc:spChg chg="add mod ord">
          <ac:chgData name="Sam Khalil" userId="82cd1ec2-6208-465b-9d4d-40ce8f0cbf96" providerId="ADAL" clId="{59EE216C-5837-B84D-96AE-2BC0BA7270CD}" dt="2025-07-15T16:09:47.653" v="116" actId="700"/>
          <ac:spMkLst>
            <pc:docMk/>
            <pc:sldMk cId="2439039490" sldId="257"/>
            <ac:spMk id="13" creationId="{FE63D775-F2AE-6CCC-1FB1-A66E6B7887EE}"/>
          </ac:spMkLst>
        </pc:spChg>
      </pc:sldChg>
      <pc:sldChg chg="new">
        <pc:chgData name="Sam Khalil" userId="82cd1ec2-6208-465b-9d4d-40ce8f0cbf96" providerId="ADAL" clId="{59EE216C-5837-B84D-96AE-2BC0BA7270CD}" dt="2025-07-16T18:29:54.800" v="126" actId="680"/>
        <pc:sldMkLst>
          <pc:docMk/>
          <pc:sldMk cId="3551557054" sldId="257"/>
        </pc:sldMkLst>
      </pc:sldChg>
      <pc:sldMasterChg chg="addSldLayout modSldLayout">
        <pc:chgData name="Sam Khalil" userId="82cd1ec2-6208-465b-9d4d-40ce8f0cbf96" providerId="ADAL" clId="{59EE216C-5837-B84D-96AE-2BC0BA7270CD}" dt="2025-07-16T18:29:43.434" v="125" actId="11529"/>
        <pc:sldMasterMkLst>
          <pc:docMk/>
          <pc:sldMasterMk cId="1788353970" sldId="2147483648"/>
        </pc:sldMasterMkLst>
        <pc:sldLayoutChg chg="addSp delSp modSp mod">
          <pc:chgData name="Sam Khalil" userId="82cd1ec2-6208-465b-9d4d-40ce8f0cbf96" providerId="ADAL" clId="{59EE216C-5837-B84D-96AE-2BC0BA7270CD}" dt="2025-07-16T18:29:43.434" v="125" actId="11529"/>
          <pc:sldLayoutMkLst>
            <pc:docMk/>
            <pc:sldMasterMk cId="1788353970" sldId="2147483648"/>
            <pc:sldLayoutMk cId="2782271272" sldId="2147483650"/>
          </pc:sldLayoutMkLst>
          <pc:spChg chg="del">
            <ac:chgData name="Sam Khalil" userId="82cd1ec2-6208-465b-9d4d-40ce8f0cbf96" providerId="ADAL" clId="{59EE216C-5837-B84D-96AE-2BC0BA7270CD}" dt="2025-07-16T18:29:05.037" v="123" actId="478"/>
            <ac:spMkLst>
              <pc:docMk/>
              <pc:sldMasterMk cId="1788353970" sldId="2147483648"/>
              <pc:sldLayoutMk cId="2782271272" sldId="2147483650"/>
              <ac:spMk id="3" creationId="{8A6FC6F2-80B4-49A7-9448-33FE2DF0E967}"/>
            </ac:spMkLst>
          </pc:spChg>
          <pc:spChg chg="add del mod">
            <ac:chgData name="Sam Khalil" userId="82cd1ec2-6208-465b-9d4d-40ce8f0cbf96" providerId="ADAL" clId="{59EE216C-5837-B84D-96AE-2BC0BA7270CD}" dt="2025-07-15T15:29:47.290" v="68" actId="478"/>
            <ac:spMkLst>
              <pc:docMk/>
              <pc:sldMasterMk cId="1788353970" sldId="2147483648"/>
              <pc:sldLayoutMk cId="2782271272" sldId="2147483650"/>
              <ac:spMk id="14" creationId="{73EBC5B0-F158-40FF-0014-FDC3AFC56851}"/>
            </ac:spMkLst>
          </pc:spChg>
          <pc:spChg chg="add del">
            <ac:chgData name="Sam Khalil" userId="82cd1ec2-6208-465b-9d4d-40ce8f0cbf96" providerId="ADAL" clId="{59EE216C-5837-B84D-96AE-2BC0BA7270CD}" dt="2025-07-16T18:29:27.601" v="124" actId="11529"/>
            <ac:spMkLst>
              <pc:docMk/>
              <pc:sldMasterMk cId="1788353970" sldId="2147483648"/>
              <pc:sldLayoutMk cId="2782271272" sldId="2147483650"/>
              <ac:spMk id="14" creationId="{809BB0D6-DEC9-282C-2148-4EA8351C62FA}"/>
            </ac:spMkLst>
          </pc:spChg>
          <pc:spChg chg="add del mod modVis">
            <ac:chgData name="Sam Khalil" userId="82cd1ec2-6208-465b-9d4d-40ce8f0cbf96" providerId="ADAL" clId="{59EE216C-5837-B84D-96AE-2BC0BA7270CD}" dt="2025-07-15T15:29:49.067" v="69" actId="478"/>
            <ac:spMkLst>
              <pc:docMk/>
              <pc:sldMasterMk cId="1788353970" sldId="2147483648"/>
              <pc:sldLayoutMk cId="2782271272" sldId="2147483650"/>
              <ac:spMk id="15" creationId="{37E8DDA2-6B74-7DAB-AA1A-45492EDF55A5}"/>
            </ac:spMkLst>
          </pc:spChg>
          <pc:spChg chg="add mod">
            <ac:chgData name="Sam Khalil" userId="82cd1ec2-6208-465b-9d4d-40ce8f0cbf96" providerId="ADAL" clId="{59EE216C-5837-B84D-96AE-2BC0BA7270CD}" dt="2025-07-16T18:29:27.601" v="124" actId="11529"/>
            <ac:spMkLst>
              <pc:docMk/>
              <pc:sldMasterMk cId="1788353970" sldId="2147483648"/>
              <pc:sldLayoutMk cId="2782271272" sldId="2147483650"/>
              <ac:spMk id="15" creationId="{6AB10746-1273-02BA-C457-602DEDA7F5F4}"/>
            </ac:spMkLst>
          </pc:spChg>
          <pc:spChg chg="add del mod">
            <ac:chgData name="Sam Khalil" userId="82cd1ec2-6208-465b-9d4d-40ce8f0cbf96" providerId="ADAL" clId="{59EE216C-5837-B84D-96AE-2BC0BA7270CD}" dt="2025-07-15T15:33:25.995" v="98" actId="478"/>
            <ac:spMkLst>
              <pc:docMk/>
              <pc:sldMasterMk cId="1788353970" sldId="2147483648"/>
              <pc:sldLayoutMk cId="2782271272" sldId="2147483650"/>
              <ac:spMk id="16" creationId="{388975CB-814F-CF38-CE7E-B8A504A18DDD}"/>
            </ac:spMkLst>
          </pc:spChg>
          <pc:spChg chg="add del">
            <ac:chgData name="Sam Khalil" userId="82cd1ec2-6208-465b-9d4d-40ce8f0cbf96" providerId="ADAL" clId="{59EE216C-5837-B84D-96AE-2BC0BA7270CD}" dt="2025-07-16T18:29:43.434" v="125" actId="11529"/>
            <ac:spMkLst>
              <pc:docMk/>
              <pc:sldMasterMk cId="1788353970" sldId="2147483648"/>
              <pc:sldLayoutMk cId="2782271272" sldId="2147483650"/>
              <ac:spMk id="16" creationId="{CEFDC098-692C-3694-849D-C5F3BCC96618}"/>
            </ac:spMkLst>
          </pc:spChg>
          <pc:spChg chg="add mod">
            <ac:chgData name="Sam Khalil" userId="82cd1ec2-6208-465b-9d4d-40ce8f0cbf96" providerId="ADAL" clId="{59EE216C-5837-B84D-96AE-2BC0BA7270CD}" dt="2025-07-16T18:29:43.434" v="125" actId="11529"/>
            <ac:spMkLst>
              <pc:docMk/>
              <pc:sldMasterMk cId="1788353970" sldId="2147483648"/>
              <pc:sldLayoutMk cId="2782271272" sldId="2147483650"/>
              <ac:spMk id="17" creationId="{8D2D71F2-E43E-57B3-A148-8D3B5C69BED5}"/>
            </ac:spMkLst>
          </pc:spChg>
          <pc:spChg chg="add del">
            <ac:chgData name="Sam Khalil" userId="82cd1ec2-6208-465b-9d4d-40ce8f0cbf96" providerId="ADAL" clId="{59EE216C-5837-B84D-96AE-2BC0BA7270CD}" dt="2025-07-15T15:35:41.854" v="101" actId="11529"/>
            <ac:spMkLst>
              <pc:docMk/>
              <pc:sldMasterMk cId="1788353970" sldId="2147483648"/>
              <pc:sldLayoutMk cId="2782271272" sldId="2147483650"/>
              <ac:spMk id="17" creationId="{8E1B5013-70A8-4C0F-E272-35CE6A79474E}"/>
            </ac:spMkLst>
          </pc:spChg>
          <pc:spChg chg="add del mod">
            <ac:chgData name="Sam Khalil" userId="82cd1ec2-6208-465b-9d4d-40ce8f0cbf96" providerId="ADAL" clId="{59EE216C-5837-B84D-96AE-2BC0BA7270CD}" dt="2025-07-16T18:28:53.771" v="119" actId="478"/>
            <ac:spMkLst>
              <pc:docMk/>
              <pc:sldMasterMk cId="1788353970" sldId="2147483648"/>
              <pc:sldLayoutMk cId="2782271272" sldId="2147483650"/>
              <ac:spMk id="18" creationId="{97231A9B-0D89-9C32-030A-37D63E0BE7A3}"/>
            </ac:spMkLst>
          </pc:spChg>
          <pc:spChg chg="add del">
            <ac:chgData name="Sam Khalil" userId="82cd1ec2-6208-465b-9d4d-40ce8f0cbf96" providerId="ADAL" clId="{59EE216C-5837-B84D-96AE-2BC0BA7270CD}" dt="2025-07-15T16:00:58.136" v="107" actId="11529"/>
            <ac:spMkLst>
              <pc:docMk/>
              <pc:sldMasterMk cId="1788353970" sldId="2147483648"/>
              <pc:sldLayoutMk cId="2782271272" sldId="2147483650"/>
              <ac:spMk id="19" creationId="{9BB59781-6DDD-3B44-E807-ACED0ACB8EB9}"/>
            </ac:spMkLst>
          </pc:spChg>
          <pc:spChg chg="add del mod">
            <ac:chgData name="Sam Khalil" userId="82cd1ec2-6208-465b-9d4d-40ce8f0cbf96" providerId="ADAL" clId="{59EE216C-5837-B84D-96AE-2BC0BA7270CD}" dt="2025-07-16T18:28:54.348" v="120" actId="478"/>
            <ac:spMkLst>
              <pc:docMk/>
              <pc:sldMasterMk cId="1788353970" sldId="2147483648"/>
              <pc:sldLayoutMk cId="2782271272" sldId="2147483650"/>
              <ac:spMk id="20" creationId="{DB059B44-D6AB-BF8D-B5A1-C1664C98907C}"/>
            </ac:spMkLst>
          </pc:spChg>
          <pc:spChg chg="add del mod">
            <ac:chgData name="Sam Khalil" userId="82cd1ec2-6208-465b-9d4d-40ce8f0cbf96" providerId="ADAL" clId="{59EE216C-5837-B84D-96AE-2BC0BA7270CD}" dt="2025-07-15T16:01:34.780" v="110"/>
            <ac:spMkLst>
              <pc:docMk/>
              <pc:sldMasterMk cId="1788353970" sldId="2147483648"/>
              <pc:sldLayoutMk cId="2782271272" sldId="2147483650"/>
              <ac:spMk id="21" creationId="{25FB9CFD-581E-5423-3EE3-4EBD2762FFC1}"/>
            </ac:spMkLst>
          </pc:spChg>
          <pc:spChg chg="add del mod">
            <ac:chgData name="Sam Khalil" userId="82cd1ec2-6208-465b-9d4d-40ce8f0cbf96" providerId="ADAL" clId="{59EE216C-5837-B84D-96AE-2BC0BA7270CD}" dt="2025-07-16T18:28:54.707" v="121" actId="478"/>
            <ac:spMkLst>
              <pc:docMk/>
              <pc:sldMasterMk cId="1788353970" sldId="2147483648"/>
              <pc:sldLayoutMk cId="2782271272" sldId="2147483650"/>
              <ac:spMk id="22" creationId="{8B8D7A88-7182-EC10-D188-58B3A97F4764}"/>
            </ac:spMkLst>
          </pc:spChg>
        </pc:sldLayoutChg>
        <pc:sldLayoutChg chg="add mod modTransition">
          <pc:chgData name="Sam Khalil" userId="82cd1ec2-6208-465b-9d4d-40ce8f0cbf96" providerId="ADAL" clId="{59EE216C-5837-B84D-96AE-2BC0BA7270CD}" dt="2025-07-16T18:28:59.189" v="122" actId="2890"/>
          <pc:sldLayoutMkLst>
            <pc:docMk/>
            <pc:sldMasterMk cId="1788353970" sldId="2147483648"/>
            <pc:sldLayoutMk cId="1708201780" sldId="2147483681"/>
          </pc:sldLayoutMkLst>
        </pc:sldLayoutChg>
      </pc:sldMasterChg>
      <pc:sldMasterChg chg="new del mod addSldLayout">
        <pc:chgData name="Sam Khalil" userId="82cd1ec2-6208-465b-9d4d-40ce8f0cbf96" providerId="ADAL" clId="{59EE216C-5837-B84D-96AE-2BC0BA7270CD}" dt="2025-07-15T15:35:28.393" v="100" actId="2696"/>
        <pc:sldMasterMkLst>
          <pc:docMk/>
          <pc:sldMasterMk cId="1363982487" sldId="2147483681"/>
        </pc:sldMasterMkLst>
        <pc:sldLayoutChg chg="new replId">
          <pc:chgData name="Sam Khalil" userId="82cd1ec2-6208-465b-9d4d-40ce8f0cbf96" providerId="ADAL" clId="{59EE216C-5837-B84D-96AE-2BC0BA7270CD}" dt="2025-07-15T15:35:22.671" v="99" actId="6938"/>
          <pc:sldLayoutMkLst>
            <pc:docMk/>
            <pc:sldMasterMk cId="1363982487" sldId="2147483681"/>
            <pc:sldLayoutMk cId="3784206734" sldId="2147483682"/>
          </pc:sldLayoutMkLst>
        </pc:sldLayoutChg>
        <pc:sldLayoutChg chg="new replId">
          <pc:chgData name="Sam Khalil" userId="82cd1ec2-6208-465b-9d4d-40ce8f0cbf96" providerId="ADAL" clId="{59EE216C-5837-B84D-96AE-2BC0BA7270CD}" dt="2025-07-15T15:35:22.671" v="99" actId="6938"/>
          <pc:sldLayoutMkLst>
            <pc:docMk/>
            <pc:sldMasterMk cId="1363982487" sldId="2147483681"/>
            <pc:sldLayoutMk cId="2678413956" sldId="2147483683"/>
          </pc:sldLayoutMkLst>
        </pc:sldLayoutChg>
        <pc:sldLayoutChg chg="new replId">
          <pc:chgData name="Sam Khalil" userId="82cd1ec2-6208-465b-9d4d-40ce8f0cbf96" providerId="ADAL" clId="{59EE216C-5837-B84D-96AE-2BC0BA7270CD}" dt="2025-07-15T15:35:22.671" v="99" actId="6938"/>
          <pc:sldLayoutMkLst>
            <pc:docMk/>
            <pc:sldMasterMk cId="1363982487" sldId="2147483681"/>
            <pc:sldLayoutMk cId="4005034344" sldId="2147483684"/>
          </pc:sldLayoutMkLst>
        </pc:sldLayoutChg>
        <pc:sldLayoutChg chg="new replId">
          <pc:chgData name="Sam Khalil" userId="82cd1ec2-6208-465b-9d4d-40ce8f0cbf96" providerId="ADAL" clId="{59EE216C-5837-B84D-96AE-2BC0BA7270CD}" dt="2025-07-15T15:35:22.671" v="99" actId="6938"/>
          <pc:sldLayoutMkLst>
            <pc:docMk/>
            <pc:sldMasterMk cId="1363982487" sldId="2147483681"/>
            <pc:sldLayoutMk cId="2020794493" sldId="2147483685"/>
          </pc:sldLayoutMkLst>
        </pc:sldLayoutChg>
        <pc:sldLayoutChg chg="new replId">
          <pc:chgData name="Sam Khalil" userId="82cd1ec2-6208-465b-9d4d-40ce8f0cbf96" providerId="ADAL" clId="{59EE216C-5837-B84D-96AE-2BC0BA7270CD}" dt="2025-07-15T15:35:22.671" v="99" actId="6938"/>
          <pc:sldLayoutMkLst>
            <pc:docMk/>
            <pc:sldMasterMk cId="1363982487" sldId="2147483681"/>
            <pc:sldLayoutMk cId="2435015047" sldId="2147483686"/>
          </pc:sldLayoutMkLst>
        </pc:sldLayoutChg>
        <pc:sldLayoutChg chg="new replId">
          <pc:chgData name="Sam Khalil" userId="82cd1ec2-6208-465b-9d4d-40ce8f0cbf96" providerId="ADAL" clId="{59EE216C-5837-B84D-96AE-2BC0BA7270CD}" dt="2025-07-15T15:35:22.671" v="99" actId="6938"/>
          <pc:sldLayoutMkLst>
            <pc:docMk/>
            <pc:sldMasterMk cId="1363982487" sldId="2147483681"/>
            <pc:sldLayoutMk cId="4207477135" sldId="2147483687"/>
          </pc:sldLayoutMkLst>
        </pc:sldLayoutChg>
        <pc:sldLayoutChg chg="new replId">
          <pc:chgData name="Sam Khalil" userId="82cd1ec2-6208-465b-9d4d-40ce8f0cbf96" providerId="ADAL" clId="{59EE216C-5837-B84D-96AE-2BC0BA7270CD}" dt="2025-07-15T15:35:22.671" v="99" actId="6938"/>
          <pc:sldLayoutMkLst>
            <pc:docMk/>
            <pc:sldMasterMk cId="1363982487" sldId="2147483681"/>
            <pc:sldLayoutMk cId="2007681546" sldId="2147483688"/>
          </pc:sldLayoutMkLst>
        </pc:sldLayoutChg>
        <pc:sldLayoutChg chg="new replId">
          <pc:chgData name="Sam Khalil" userId="82cd1ec2-6208-465b-9d4d-40ce8f0cbf96" providerId="ADAL" clId="{59EE216C-5837-B84D-96AE-2BC0BA7270CD}" dt="2025-07-15T15:35:22.671" v="99" actId="6938"/>
          <pc:sldLayoutMkLst>
            <pc:docMk/>
            <pc:sldMasterMk cId="1363982487" sldId="2147483681"/>
            <pc:sldLayoutMk cId="1222224470" sldId="2147483689"/>
          </pc:sldLayoutMkLst>
        </pc:sldLayoutChg>
        <pc:sldLayoutChg chg="new replId">
          <pc:chgData name="Sam Khalil" userId="82cd1ec2-6208-465b-9d4d-40ce8f0cbf96" providerId="ADAL" clId="{59EE216C-5837-B84D-96AE-2BC0BA7270CD}" dt="2025-07-15T15:35:22.671" v="99" actId="6938"/>
          <pc:sldLayoutMkLst>
            <pc:docMk/>
            <pc:sldMasterMk cId="1363982487" sldId="2147483681"/>
            <pc:sldLayoutMk cId="2374256265" sldId="2147483690"/>
          </pc:sldLayoutMkLst>
        </pc:sldLayoutChg>
        <pc:sldLayoutChg chg="new replId">
          <pc:chgData name="Sam Khalil" userId="82cd1ec2-6208-465b-9d4d-40ce8f0cbf96" providerId="ADAL" clId="{59EE216C-5837-B84D-96AE-2BC0BA7270CD}" dt="2025-07-15T15:35:22.671" v="99" actId="6938"/>
          <pc:sldLayoutMkLst>
            <pc:docMk/>
            <pc:sldMasterMk cId="1363982487" sldId="2147483681"/>
            <pc:sldLayoutMk cId="3978335100" sldId="2147483691"/>
          </pc:sldLayoutMkLst>
        </pc:sldLayoutChg>
        <pc:sldLayoutChg chg="new replId">
          <pc:chgData name="Sam Khalil" userId="82cd1ec2-6208-465b-9d4d-40ce8f0cbf96" providerId="ADAL" clId="{59EE216C-5837-B84D-96AE-2BC0BA7270CD}" dt="2025-07-15T15:35:22.671" v="99" actId="6938"/>
          <pc:sldLayoutMkLst>
            <pc:docMk/>
            <pc:sldMasterMk cId="1363982487" sldId="2147483681"/>
            <pc:sldLayoutMk cId="1677470366" sldId="2147483692"/>
          </pc:sldLayoutMkLst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7FB8B65A-D69F-C26C-B67E-036EF77BF1F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52B9064-AE57-427F-E5AF-71DE7D52FE6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D8190EA-5EEC-4300-B6AE-D9734C6C648E}" type="datetimeFigureOut">
              <a:rPr lang="en-US" smtClean="0"/>
              <a:t>7/16/25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186157A-CEB9-B0FC-3A49-BE950AEAD6F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0819CA0-A57D-42D7-A625-56C22D0FA7C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AFF3A6F-DEFA-45E0-9496-BEE7C2C6F3D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600222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487ADD9-2083-264C-A652-8D52D02F7E72}" type="datetimeFigureOut">
              <a:rPr lang="en-US" smtClean="0"/>
              <a:t>7/16/25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97DC217-DF71-1A49-B3EA-559F1F43B0F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64252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AC79249-FDC0-364D-A734-AE1DE1605D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4572000"/>
            <a:ext cx="12192000" cy="2286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13537B6D-42A5-F449-2691-321A167F7C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-3419"/>
            <a:ext cx="12192000" cy="6861419"/>
            <a:chOff x="0" y="-3419"/>
            <a:chExt cx="12192000" cy="6861419"/>
          </a:xfrm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902465C8-266D-104C-9C49-323DF4A8277E}"/>
                </a:ext>
              </a:extLst>
            </p:cNvPr>
            <p:cNvSpPr/>
            <p:nvPr userDrawn="1"/>
          </p:nvSpPr>
          <p:spPr>
            <a:xfrm>
              <a:off x="583746" y="4960030"/>
              <a:ext cx="1551214" cy="1551214"/>
            </a:xfrm>
            <a:prstGeom prst="ellipse">
              <a:avLst/>
            </a:prstGeom>
            <a:solidFill>
              <a:schemeClr val="tx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37979A1C-BF60-B345-A664-2E4F7A3461EB}"/>
                </a:ext>
              </a:extLst>
            </p:cNvPr>
            <p:cNvSpPr/>
            <p:nvPr userDrawn="1"/>
          </p:nvSpPr>
          <p:spPr>
            <a:xfrm>
              <a:off x="1" y="4571999"/>
              <a:ext cx="1118508" cy="1118508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0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lnTo>
                    <a:pt x="1167493" y="0"/>
                  </a:lnTo>
                  <a:cubicBezTo>
                    <a:pt x="522704" y="0"/>
                    <a:pt x="0" y="522704"/>
                    <a:pt x="0" y="11674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58080B3E-915C-2D4C-8608-596E1BFD6387}"/>
                </a:ext>
              </a:extLst>
            </p:cNvPr>
            <p:cNvSpPr/>
            <p:nvPr userDrawn="1"/>
          </p:nvSpPr>
          <p:spPr>
            <a:xfrm>
              <a:off x="1" y="5739492"/>
              <a:ext cx="1118508" cy="1118508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F15FBB50-09C8-B64E-AE57-67C5E70810CB}"/>
                </a:ext>
              </a:extLst>
            </p:cNvPr>
            <p:cNvGrpSpPr/>
            <p:nvPr userDrawn="1"/>
          </p:nvGrpSpPr>
          <p:grpSpPr>
            <a:xfrm>
              <a:off x="8264427" y="-3419"/>
              <a:ext cx="3927573" cy="3165022"/>
              <a:chOff x="9857014" y="13834"/>
              <a:chExt cx="2334986" cy="1881641"/>
            </a:xfrm>
          </p:grpSpPr>
          <p:sp>
            <p:nvSpPr>
              <p:cNvPr id="15" name="Freeform 14">
                <a:extLst>
                  <a:ext uri="{FF2B5EF4-FFF2-40B4-BE49-F238E27FC236}">
                    <a16:creationId xmlns:a16="http://schemas.microsoft.com/office/drawing/2014/main" id="{EFBF1E52-11FA-DC48-B7AD-75734232FFE8}"/>
                  </a:ext>
                </a:extLst>
              </p:cNvPr>
              <p:cNvSpPr/>
              <p:nvPr userDrawn="1"/>
            </p:nvSpPr>
            <p:spPr>
              <a:xfrm rot="5400000" flipH="1" flipV="1">
                <a:off x="10667433" y="370908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16" name="Freeform 15">
                <a:extLst>
                  <a:ext uri="{FF2B5EF4-FFF2-40B4-BE49-F238E27FC236}">
                    <a16:creationId xmlns:a16="http://schemas.microsoft.com/office/drawing/2014/main" id="{4850B620-49F5-3748-84AF-682555D52792}"/>
                  </a:ext>
                </a:extLst>
              </p:cNvPr>
              <p:cNvSpPr/>
              <p:nvPr userDrawn="1"/>
            </p:nvSpPr>
            <p:spPr>
              <a:xfrm rot="16200000" flipV="1">
                <a:off x="9499940" y="370908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BC68F289-2744-2F48-893A-3F17911625C8}"/>
                </a:ext>
              </a:extLst>
            </p:cNvPr>
            <p:cNvSpPr/>
            <p:nvPr userDrawn="1"/>
          </p:nvSpPr>
          <p:spPr>
            <a:xfrm>
              <a:off x="0" y="-1"/>
              <a:ext cx="1167493" cy="1167493"/>
            </a:xfrm>
            <a:custGeom>
              <a:avLst/>
              <a:gdLst>
                <a:gd name="connsiteX0" fmla="*/ 0 w 862693"/>
                <a:gd name="connsiteY0" fmla="*/ 0 h 862693"/>
                <a:gd name="connsiteX1" fmla="*/ 862693 w 862693"/>
                <a:gd name="connsiteY1" fmla="*/ 0 h 862693"/>
                <a:gd name="connsiteX2" fmla="*/ 0 w 862693"/>
                <a:gd name="connsiteY2" fmla="*/ 862693 h 862693"/>
                <a:gd name="connsiteX3" fmla="*/ 0 w 862693"/>
                <a:gd name="connsiteY3" fmla="*/ 0 h 862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2693" h="862693">
                  <a:moveTo>
                    <a:pt x="0" y="0"/>
                  </a:moveTo>
                  <a:lnTo>
                    <a:pt x="862693" y="0"/>
                  </a:lnTo>
                  <a:cubicBezTo>
                    <a:pt x="862693" y="476453"/>
                    <a:pt x="476452" y="862693"/>
                    <a:pt x="0" y="8626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8" name="Freeform 27">
              <a:extLst>
                <a:ext uri="{FF2B5EF4-FFF2-40B4-BE49-F238E27FC236}">
                  <a16:creationId xmlns:a16="http://schemas.microsoft.com/office/drawing/2014/main" id="{9E240E8A-950E-7946-826C-415CB5DACA43}"/>
                </a:ext>
              </a:extLst>
            </p:cNvPr>
            <p:cNvSpPr/>
            <p:nvPr userDrawn="1"/>
          </p:nvSpPr>
          <p:spPr>
            <a:xfrm>
              <a:off x="11024507" y="4580708"/>
              <a:ext cx="1167493" cy="2277292"/>
            </a:xfrm>
            <a:custGeom>
              <a:avLst/>
              <a:gdLst>
                <a:gd name="connsiteX0" fmla="*/ 1167473 w 1167493"/>
                <a:gd name="connsiteY0" fmla="*/ 0 h 2272167"/>
                <a:gd name="connsiteX1" fmla="*/ 1167493 w 1167493"/>
                <a:gd name="connsiteY1" fmla="*/ 0 h 2272167"/>
                <a:gd name="connsiteX2" fmla="*/ 1167493 w 1167493"/>
                <a:gd name="connsiteY2" fmla="*/ 492960 h 2272167"/>
                <a:gd name="connsiteX3" fmla="*/ 1167493 w 1167493"/>
                <a:gd name="connsiteY3" fmla="*/ 720385 h 2272167"/>
                <a:gd name="connsiteX4" fmla="*/ 1167493 w 1167493"/>
                <a:gd name="connsiteY4" fmla="*/ 2272167 h 2272167"/>
                <a:gd name="connsiteX5" fmla="*/ 0 w 1167493"/>
                <a:gd name="connsiteY5" fmla="*/ 2272167 h 2272167"/>
                <a:gd name="connsiteX6" fmla="*/ 0 w 1167493"/>
                <a:gd name="connsiteY6" fmla="*/ 1898074 h 2272167"/>
                <a:gd name="connsiteX7" fmla="*/ 0 w 1167493"/>
                <a:gd name="connsiteY7" fmla="*/ 1271597 h 2272167"/>
                <a:gd name="connsiteX8" fmla="*/ 0 w 1167493"/>
                <a:gd name="connsiteY8" fmla="*/ 1177688 h 2272167"/>
                <a:gd name="connsiteX9" fmla="*/ 1048124 w 1167493"/>
                <a:gd name="connsiteY9" fmla="*/ 6080 h 2272167"/>
                <a:gd name="connsiteX10" fmla="*/ 1167473 w 1167493"/>
                <a:gd name="connsiteY10" fmla="*/ 0 h 2272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67493" h="2272167">
                  <a:moveTo>
                    <a:pt x="1167473" y="0"/>
                  </a:moveTo>
                  <a:lnTo>
                    <a:pt x="1167493" y="0"/>
                  </a:lnTo>
                  <a:lnTo>
                    <a:pt x="1167493" y="492960"/>
                  </a:lnTo>
                  <a:lnTo>
                    <a:pt x="1167493" y="720385"/>
                  </a:lnTo>
                  <a:lnTo>
                    <a:pt x="1167493" y="2272167"/>
                  </a:lnTo>
                  <a:lnTo>
                    <a:pt x="0" y="2272167"/>
                  </a:lnTo>
                  <a:lnTo>
                    <a:pt x="0" y="1898074"/>
                  </a:lnTo>
                  <a:lnTo>
                    <a:pt x="0" y="1271597"/>
                  </a:lnTo>
                  <a:lnTo>
                    <a:pt x="0" y="1177688"/>
                  </a:lnTo>
                  <a:cubicBezTo>
                    <a:pt x="0" y="567919"/>
                    <a:pt x="459408" y="66389"/>
                    <a:pt x="1048124" y="6080"/>
                  </a:cubicBezTo>
                  <a:lnTo>
                    <a:pt x="1167473" y="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67493" y="232913"/>
            <a:ext cx="7096933" cy="3830130"/>
          </a:xfrm>
        </p:spPr>
        <p:txBody>
          <a:bodyPr anchor="b">
            <a:noAutofit/>
          </a:bodyPr>
          <a:lstStyle>
            <a:lvl1pPr algn="l">
              <a:defRPr sz="6000" b="1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29164985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AC10D125-AB73-D276-4947-94204736A3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" y="0"/>
            <a:ext cx="12191999" cy="6858000"/>
            <a:chOff x="1" y="0"/>
            <a:chExt cx="12191999" cy="6858000"/>
          </a:xfrm>
        </p:grpSpPr>
        <p:sp>
          <p:nvSpPr>
            <p:cNvPr id="4" name="Freeform 3">
              <a:extLst>
                <a:ext uri="{FF2B5EF4-FFF2-40B4-BE49-F238E27FC236}">
                  <a16:creationId xmlns:a16="http://schemas.microsoft.com/office/drawing/2014/main" id="{6A7F6A3F-E1DD-A246-9A6D-5F9B18BA25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flipH="1">
              <a:off x="8580896" y="1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0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lnTo>
                    <a:pt x="1167493" y="0"/>
                  </a:lnTo>
                  <a:cubicBezTo>
                    <a:pt x="522704" y="0"/>
                    <a:pt x="0" y="522704"/>
                    <a:pt x="0" y="11674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055FD0FC-C8FF-6741-A364-A29CDC6F94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flipH="1">
              <a:off x="8580896" y="3246896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latin typeface="+mn-lt"/>
              </a:endParaRPr>
            </a:p>
          </p:txBody>
        </p:sp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D11C9832-A021-954E-A34F-2988D1189A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" y="0"/>
              <a:ext cx="933856" cy="933856"/>
            </a:xfrm>
            <a:custGeom>
              <a:avLst/>
              <a:gdLst>
                <a:gd name="connsiteX0" fmla="*/ 0 w 862693"/>
                <a:gd name="connsiteY0" fmla="*/ 0 h 862693"/>
                <a:gd name="connsiteX1" fmla="*/ 862693 w 862693"/>
                <a:gd name="connsiteY1" fmla="*/ 0 h 862693"/>
                <a:gd name="connsiteX2" fmla="*/ 0 w 862693"/>
                <a:gd name="connsiteY2" fmla="*/ 862693 h 862693"/>
                <a:gd name="connsiteX3" fmla="*/ 0 w 862693"/>
                <a:gd name="connsiteY3" fmla="*/ 0 h 862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2693" h="862693">
                  <a:moveTo>
                    <a:pt x="0" y="0"/>
                  </a:moveTo>
                  <a:lnTo>
                    <a:pt x="862693" y="0"/>
                  </a:lnTo>
                  <a:cubicBezTo>
                    <a:pt x="862693" y="476453"/>
                    <a:pt x="476452" y="862693"/>
                    <a:pt x="0" y="8626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9861BC34-DFBF-2D4F-B463-FCFBC08391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 userDrawn="1"/>
          </p:nvGrpSpPr>
          <p:grpSpPr>
            <a:xfrm>
              <a:off x="8082092" y="5590903"/>
              <a:ext cx="1572380" cy="1267097"/>
              <a:chOff x="7413403" y="4976359"/>
              <a:chExt cx="2334986" cy="1881641"/>
            </a:xfrm>
          </p:grpSpPr>
          <p:sp>
            <p:nvSpPr>
              <p:cNvPr id="7" name="Freeform 6">
                <a:extLst>
                  <a:ext uri="{FF2B5EF4-FFF2-40B4-BE49-F238E27FC236}">
                    <a16:creationId xmlns:a16="http://schemas.microsoft.com/office/drawing/2014/main" id="{55C37C19-F268-4A43-A0D4-3B1B38D48952}"/>
                  </a:ext>
                </a:extLst>
              </p:cNvPr>
              <p:cNvSpPr/>
              <p:nvPr userDrawn="1"/>
            </p:nvSpPr>
            <p:spPr>
              <a:xfrm rot="5400000" flipH="1" flipV="1">
                <a:off x="8223822" y="5333433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>
                  <a:latin typeface="+mn-lt"/>
                </a:endParaRPr>
              </a:p>
            </p:txBody>
          </p:sp>
          <p:sp>
            <p:nvSpPr>
              <p:cNvPr id="8" name="Freeform 7">
                <a:extLst>
                  <a:ext uri="{FF2B5EF4-FFF2-40B4-BE49-F238E27FC236}">
                    <a16:creationId xmlns:a16="http://schemas.microsoft.com/office/drawing/2014/main" id="{E4F760E5-9D5D-E44F-AEBF-20CA8DE87D11}"/>
                  </a:ext>
                </a:extLst>
              </p:cNvPr>
              <p:cNvSpPr/>
              <p:nvPr userDrawn="1"/>
            </p:nvSpPr>
            <p:spPr>
              <a:xfrm rot="16200000" flipV="1">
                <a:off x="7056329" y="5333433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>
                  <a:latin typeface="+mn-lt"/>
                </a:endParaRPr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58864" y="102021"/>
            <a:ext cx="9779183" cy="1744415"/>
          </a:xfrm>
        </p:spPr>
        <p:txBody>
          <a:bodyPr anchor="b">
            <a:noAutofit/>
          </a:bodyPr>
          <a:lstStyle>
            <a:lvl1pPr>
              <a:defRPr sz="4200" b="1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r>
              <a:rPr lang="en-US" dirty="0"/>
              <a:t>9/8/20XX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accent2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6AB10746-1273-02BA-C457-602DEDA7F5F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158875" y="2052638"/>
            <a:ext cx="4510088" cy="3860800"/>
          </a:xfrm>
        </p:spPr>
        <p:txBody>
          <a:bodyPr/>
          <a:lstStyle/>
          <a:p>
            <a:endParaRPr lang="en-US"/>
          </a:p>
        </p:txBody>
      </p:sp>
      <p:sp>
        <p:nvSpPr>
          <p:cNvPr id="17" name="Content Placeholder 16">
            <a:extLst>
              <a:ext uri="{FF2B5EF4-FFF2-40B4-BE49-F238E27FC236}">
                <a16:creationId xmlns:a16="http://schemas.microsoft.com/office/drawing/2014/main" id="{8D2D71F2-E43E-57B3-A148-8D3B5C69BED5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791200" y="2052638"/>
            <a:ext cx="5146675" cy="3860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822712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AC10D125-AB73-D276-4947-94204736A3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" y="0"/>
            <a:ext cx="12191999" cy="6858000"/>
            <a:chOff x="1" y="0"/>
            <a:chExt cx="12191999" cy="6858000"/>
          </a:xfrm>
        </p:grpSpPr>
        <p:sp>
          <p:nvSpPr>
            <p:cNvPr id="4" name="Freeform 3">
              <a:extLst>
                <a:ext uri="{FF2B5EF4-FFF2-40B4-BE49-F238E27FC236}">
                  <a16:creationId xmlns:a16="http://schemas.microsoft.com/office/drawing/2014/main" id="{6A7F6A3F-E1DD-A246-9A6D-5F9B18BA25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flipH="1">
              <a:off x="8580896" y="1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0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lnTo>
                    <a:pt x="1167493" y="0"/>
                  </a:lnTo>
                  <a:cubicBezTo>
                    <a:pt x="522704" y="0"/>
                    <a:pt x="0" y="522704"/>
                    <a:pt x="0" y="11674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055FD0FC-C8FF-6741-A364-A29CDC6F94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flipH="1">
              <a:off x="8580896" y="3246896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latin typeface="+mn-lt"/>
              </a:endParaRPr>
            </a:p>
          </p:txBody>
        </p:sp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D11C9832-A021-954E-A34F-2988D1189A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" y="0"/>
              <a:ext cx="933856" cy="933856"/>
            </a:xfrm>
            <a:custGeom>
              <a:avLst/>
              <a:gdLst>
                <a:gd name="connsiteX0" fmla="*/ 0 w 862693"/>
                <a:gd name="connsiteY0" fmla="*/ 0 h 862693"/>
                <a:gd name="connsiteX1" fmla="*/ 862693 w 862693"/>
                <a:gd name="connsiteY1" fmla="*/ 0 h 862693"/>
                <a:gd name="connsiteX2" fmla="*/ 0 w 862693"/>
                <a:gd name="connsiteY2" fmla="*/ 862693 h 862693"/>
                <a:gd name="connsiteX3" fmla="*/ 0 w 862693"/>
                <a:gd name="connsiteY3" fmla="*/ 0 h 862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2693" h="862693">
                  <a:moveTo>
                    <a:pt x="0" y="0"/>
                  </a:moveTo>
                  <a:lnTo>
                    <a:pt x="862693" y="0"/>
                  </a:lnTo>
                  <a:cubicBezTo>
                    <a:pt x="862693" y="476453"/>
                    <a:pt x="476452" y="862693"/>
                    <a:pt x="0" y="8626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9861BC34-DFBF-2D4F-B463-FCFBC08391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 userDrawn="1"/>
          </p:nvGrpSpPr>
          <p:grpSpPr>
            <a:xfrm>
              <a:off x="8082092" y="5590903"/>
              <a:ext cx="1572380" cy="1267097"/>
              <a:chOff x="7413403" y="4976359"/>
              <a:chExt cx="2334986" cy="1881641"/>
            </a:xfrm>
          </p:grpSpPr>
          <p:sp>
            <p:nvSpPr>
              <p:cNvPr id="7" name="Freeform 6">
                <a:extLst>
                  <a:ext uri="{FF2B5EF4-FFF2-40B4-BE49-F238E27FC236}">
                    <a16:creationId xmlns:a16="http://schemas.microsoft.com/office/drawing/2014/main" id="{55C37C19-F268-4A43-A0D4-3B1B38D48952}"/>
                  </a:ext>
                </a:extLst>
              </p:cNvPr>
              <p:cNvSpPr/>
              <p:nvPr userDrawn="1"/>
            </p:nvSpPr>
            <p:spPr>
              <a:xfrm rot="5400000" flipH="1" flipV="1">
                <a:off x="8223822" y="5333433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>
                  <a:latin typeface="+mn-lt"/>
                </a:endParaRPr>
              </a:p>
            </p:txBody>
          </p:sp>
          <p:sp>
            <p:nvSpPr>
              <p:cNvPr id="8" name="Freeform 7">
                <a:extLst>
                  <a:ext uri="{FF2B5EF4-FFF2-40B4-BE49-F238E27FC236}">
                    <a16:creationId xmlns:a16="http://schemas.microsoft.com/office/drawing/2014/main" id="{E4F760E5-9D5D-E44F-AEBF-20CA8DE87D11}"/>
                  </a:ext>
                </a:extLst>
              </p:cNvPr>
              <p:cNvSpPr/>
              <p:nvPr userDrawn="1"/>
            </p:nvSpPr>
            <p:spPr>
              <a:xfrm rot="16200000" flipV="1">
                <a:off x="7056329" y="5333433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>
                  <a:latin typeface="+mn-lt"/>
                </a:endParaRPr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58864" y="102021"/>
            <a:ext cx="9779183" cy="1744415"/>
          </a:xfrm>
        </p:spPr>
        <p:txBody>
          <a:bodyPr anchor="b">
            <a:noAutofit/>
          </a:bodyPr>
          <a:lstStyle>
            <a:lvl1pPr>
              <a:defRPr sz="4200" b="1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158865" y="2017467"/>
            <a:ext cx="9779182" cy="3366815"/>
          </a:xfrm>
        </p:spPr>
        <p:txBody>
          <a:bodyPr>
            <a:normAutofit/>
          </a:bodyPr>
          <a:lstStyle>
            <a:lvl1pPr marL="0" indent="0">
              <a:buNone/>
              <a:defRPr>
                <a:latin typeface="+mn-lt"/>
              </a:defRPr>
            </a:lvl1pPr>
            <a:lvl2pPr marL="457200" indent="0">
              <a:buNone/>
              <a:defRPr>
                <a:latin typeface="+mn-lt"/>
              </a:defRPr>
            </a:lvl2pPr>
            <a:lvl3pPr marL="914400" indent="0">
              <a:buNone/>
              <a:defRPr>
                <a:latin typeface="+mn-lt"/>
              </a:defRPr>
            </a:lvl3pPr>
            <a:lvl4pPr marL="1371600" indent="0">
              <a:buNone/>
              <a:defRPr>
                <a:latin typeface="+mn-lt"/>
              </a:defRPr>
            </a:lvl4pPr>
            <a:lvl5pPr marL="1828800" indent="0">
              <a:buNone/>
              <a:defRPr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r>
              <a:rPr lang="en-US" dirty="0"/>
              <a:t>9/8/20XX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accent2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82017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layou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AC10D125-AB73-D276-4947-94204736A3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" y="0"/>
            <a:ext cx="12191999" cy="6858000"/>
            <a:chOff x="1" y="0"/>
            <a:chExt cx="12191999" cy="6858000"/>
          </a:xfrm>
        </p:grpSpPr>
        <p:sp>
          <p:nvSpPr>
            <p:cNvPr id="4" name="Freeform 3">
              <a:extLst>
                <a:ext uri="{FF2B5EF4-FFF2-40B4-BE49-F238E27FC236}">
                  <a16:creationId xmlns:a16="http://schemas.microsoft.com/office/drawing/2014/main" id="{6A7F6A3F-E1DD-A246-9A6D-5F9B18BA25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flipH="1">
              <a:off x="8580896" y="1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0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lnTo>
                    <a:pt x="1167493" y="0"/>
                  </a:lnTo>
                  <a:cubicBezTo>
                    <a:pt x="522704" y="0"/>
                    <a:pt x="0" y="522704"/>
                    <a:pt x="0" y="11674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055FD0FC-C8FF-6741-A364-A29CDC6F94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flipH="1">
              <a:off x="8580896" y="3246896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latin typeface="+mn-lt"/>
              </a:endParaRPr>
            </a:p>
          </p:txBody>
        </p:sp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D11C9832-A021-954E-A34F-2988D1189A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" y="0"/>
              <a:ext cx="933856" cy="933856"/>
            </a:xfrm>
            <a:custGeom>
              <a:avLst/>
              <a:gdLst>
                <a:gd name="connsiteX0" fmla="*/ 0 w 862693"/>
                <a:gd name="connsiteY0" fmla="*/ 0 h 862693"/>
                <a:gd name="connsiteX1" fmla="*/ 862693 w 862693"/>
                <a:gd name="connsiteY1" fmla="*/ 0 h 862693"/>
                <a:gd name="connsiteX2" fmla="*/ 0 w 862693"/>
                <a:gd name="connsiteY2" fmla="*/ 862693 h 862693"/>
                <a:gd name="connsiteX3" fmla="*/ 0 w 862693"/>
                <a:gd name="connsiteY3" fmla="*/ 0 h 862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2693" h="862693">
                  <a:moveTo>
                    <a:pt x="0" y="0"/>
                  </a:moveTo>
                  <a:lnTo>
                    <a:pt x="862693" y="0"/>
                  </a:lnTo>
                  <a:cubicBezTo>
                    <a:pt x="862693" y="476453"/>
                    <a:pt x="476452" y="862693"/>
                    <a:pt x="0" y="8626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9861BC34-DFBF-2D4F-B463-FCFBC08391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 userDrawn="1"/>
          </p:nvGrpSpPr>
          <p:grpSpPr>
            <a:xfrm>
              <a:off x="8082092" y="5590903"/>
              <a:ext cx="1572380" cy="1267097"/>
              <a:chOff x="7413403" y="4976359"/>
              <a:chExt cx="2334986" cy="1881641"/>
            </a:xfrm>
          </p:grpSpPr>
          <p:sp>
            <p:nvSpPr>
              <p:cNvPr id="7" name="Freeform 6">
                <a:extLst>
                  <a:ext uri="{FF2B5EF4-FFF2-40B4-BE49-F238E27FC236}">
                    <a16:creationId xmlns:a16="http://schemas.microsoft.com/office/drawing/2014/main" id="{55C37C19-F268-4A43-A0D4-3B1B38D48952}"/>
                  </a:ext>
                </a:extLst>
              </p:cNvPr>
              <p:cNvSpPr/>
              <p:nvPr userDrawn="1"/>
            </p:nvSpPr>
            <p:spPr>
              <a:xfrm rot="5400000" flipH="1" flipV="1">
                <a:off x="8223822" y="5333433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>
                  <a:latin typeface="+mn-lt"/>
                </a:endParaRPr>
              </a:p>
            </p:txBody>
          </p:sp>
          <p:sp>
            <p:nvSpPr>
              <p:cNvPr id="8" name="Freeform 7">
                <a:extLst>
                  <a:ext uri="{FF2B5EF4-FFF2-40B4-BE49-F238E27FC236}">
                    <a16:creationId xmlns:a16="http://schemas.microsoft.com/office/drawing/2014/main" id="{E4F760E5-9D5D-E44F-AEBF-20CA8DE87D11}"/>
                  </a:ext>
                </a:extLst>
              </p:cNvPr>
              <p:cNvSpPr/>
              <p:nvPr userDrawn="1"/>
            </p:nvSpPr>
            <p:spPr>
              <a:xfrm rot="16200000" flipV="1">
                <a:off x="7056329" y="5333433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>
                  <a:latin typeface="+mn-lt"/>
                </a:endParaRPr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58864" y="102021"/>
            <a:ext cx="9779183" cy="1744415"/>
          </a:xfrm>
        </p:spPr>
        <p:txBody>
          <a:bodyPr anchor="b">
            <a:noAutofit/>
          </a:bodyPr>
          <a:lstStyle>
            <a:lvl1pPr>
              <a:defRPr sz="4200" b="1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r>
              <a:rPr lang="en-US" dirty="0"/>
              <a:t>9/8/20XX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accent2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5" name="Chart Placeholder 14">
            <a:extLst>
              <a:ext uri="{FF2B5EF4-FFF2-40B4-BE49-F238E27FC236}">
                <a16:creationId xmlns:a16="http://schemas.microsoft.com/office/drawing/2014/main" id="{5A63EF3E-EE23-DD43-1AAF-5ED1F44A28DD}"/>
              </a:ext>
            </a:extLst>
          </p:cNvPr>
          <p:cNvSpPr>
            <a:spLocks noGrp="1"/>
          </p:cNvSpPr>
          <p:nvPr>
            <p:ph type="chart" sz="quarter" idx="10"/>
          </p:nvPr>
        </p:nvSpPr>
        <p:spPr>
          <a:xfrm>
            <a:off x="1158864" y="2103301"/>
            <a:ext cx="5171891" cy="3870325"/>
          </a:xfrm>
        </p:spPr>
        <p:txBody>
          <a:bodyPr/>
          <a:lstStyle/>
          <a:p>
            <a:endParaRPr lang="en-US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4D4B10E8-524F-8576-B158-43DC3C02F22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475413" y="2105025"/>
            <a:ext cx="4462634" cy="3158091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38451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layou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AC10D125-AB73-D276-4947-94204736A3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" y="0"/>
            <a:ext cx="12191999" cy="6858000"/>
            <a:chOff x="1" y="0"/>
            <a:chExt cx="12191999" cy="6858000"/>
          </a:xfrm>
        </p:grpSpPr>
        <p:sp>
          <p:nvSpPr>
            <p:cNvPr id="4" name="Freeform 3">
              <a:extLst>
                <a:ext uri="{FF2B5EF4-FFF2-40B4-BE49-F238E27FC236}">
                  <a16:creationId xmlns:a16="http://schemas.microsoft.com/office/drawing/2014/main" id="{6A7F6A3F-E1DD-A246-9A6D-5F9B18BA25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flipH="1">
              <a:off x="8580896" y="1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0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lnTo>
                    <a:pt x="1167493" y="0"/>
                  </a:lnTo>
                  <a:cubicBezTo>
                    <a:pt x="522704" y="0"/>
                    <a:pt x="0" y="522704"/>
                    <a:pt x="0" y="11674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055FD0FC-C8FF-6741-A364-A29CDC6F94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flipH="1">
              <a:off x="8580896" y="3246896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latin typeface="+mn-lt"/>
              </a:endParaRPr>
            </a:p>
          </p:txBody>
        </p:sp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D11C9832-A021-954E-A34F-2988D1189A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" y="0"/>
              <a:ext cx="933856" cy="933856"/>
            </a:xfrm>
            <a:custGeom>
              <a:avLst/>
              <a:gdLst>
                <a:gd name="connsiteX0" fmla="*/ 0 w 862693"/>
                <a:gd name="connsiteY0" fmla="*/ 0 h 862693"/>
                <a:gd name="connsiteX1" fmla="*/ 862693 w 862693"/>
                <a:gd name="connsiteY1" fmla="*/ 0 h 862693"/>
                <a:gd name="connsiteX2" fmla="*/ 0 w 862693"/>
                <a:gd name="connsiteY2" fmla="*/ 862693 h 862693"/>
                <a:gd name="connsiteX3" fmla="*/ 0 w 862693"/>
                <a:gd name="connsiteY3" fmla="*/ 0 h 862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2693" h="862693">
                  <a:moveTo>
                    <a:pt x="0" y="0"/>
                  </a:moveTo>
                  <a:lnTo>
                    <a:pt x="862693" y="0"/>
                  </a:lnTo>
                  <a:cubicBezTo>
                    <a:pt x="862693" y="476453"/>
                    <a:pt x="476452" y="862693"/>
                    <a:pt x="0" y="8626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9861BC34-DFBF-2D4F-B463-FCFBC08391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 userDrawn="1"/>
          </p:nvGrpSpPr>
          <p:grpSpPr>
            <a:xfrm>
              <a:off x="8082092" y="5590903"/>
              <a:ext cx="1572380" cy="1267097"/>
              <a:chOff x="7413403" y="4976359"/>
              <a:chExt cx="2334986" cy="1881641"/>
            </a:xfrm>
          </p:grpSpPr>
          <p:sp>
            <p:nvSpPr>
              <p:cNvPr id="7" name="Freeform 6">
                <a:extLst>
                  <a:ext uri="{FF2B5EF4-FFF2-40B4-BE49-F238E27FC236}">
                    <a16:creationId xmlns:a16="http://schemas.microsoft.com/office/drawing/2014/main" id="{55C37C19-F268-4A43-A0D4-3B1B38D48952}"/>
                  </a:ext>
                </a:extLst>
              </p:cNvPr>
              <p:cNvSpPr/>
              <p:nvPr userDrawn="1"/>
            </p:nvSpPr>
            <p:spPr>
              <a:xfrm rot="5400000" flipH="1" flipV="1">
                <a:off x="8223822" y="5333433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>
                  <a:latin typeface="+mn-lt"/>
                </a:endParaRPr>
              </a:p>
            </p:txBody>
          </p:sp>
          <p:sp>
            <p:nvSpPr>
              <p:cNvPr id="8" name="Freeform 7">
                <a:extLst>
                  <a:ext uri="{FF2B5EF4-FFF2-40B4-BE49-F238E27FC236}">
                    <a16:creationId xmlns:a16="http://schemas.microsoft.com/office/drawing/2014/main" id="{E4F760E5-9D5D-E44F-AEBF-20CA8DE87D11}"/>
                  </a:ext>
                </a:extLst>
              </p:cNvPr>
              <p:cNvSpPr/>
              <p:nvPr userDrawn="1"/>
            </p:nvSpPr>
            <p:spPr>
              <a:xfrm rot="16200000" flipV="1">
                <a:off x="7056329" y="5333433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>
                  <a:latin typeface="+mn-lt"/>
                </a:endParaRPr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58864" y="102021"/>
            <a:ext cx="9779183" cy="1744415"/>
          </a:xfrm>
        </p:spPr>
        <p:txBody>
          <a:bodyPr anchor="b">
            <a:noAutofit/>
          </a:bodyPr>
          <a:lstStyle>
            <a:lvl1pPr>
              <a:defRPr sz="4200" b="1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r>
              <a:rPr lang="en-US" dirty="0"/>
              <a:t>9/8/20XX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accent2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5" name="Chart Placeholder 14">
            <a:extLst>
              <a:ext uri="{FF2B5EF4-FFF2-40B4-BE49-F238E27FC236}">
                <a16:creationId xmlns:a16="http://schemas.microsoft.com/office/drawing/2014/main" id="{5A63EF3E-EE23-DD43-1AAF-5ED1F44A28DD}"/>
              </a:ext>
            </a:extLst>
          </p:cNvPr>
          <p:cNvSpPr>
            <a:spLocks noGrp="1"/>
          </p:cNvSpPr>
          <p:nvPr>
            <p:ph type="chart" sz="quarter" idx="10"/>
          </p:nvPr>
        </p:nvSpPr>
        <p:spPr>
          <a:xfrm>
            <a:off x="1158864" y="1966360"/>
            <a:ext cx="9779183" cy="2723542"/>
          </a:xfrm>
        </p:spPr>
        <p:txBody>
          <a:bodyPr/>
          <a:lstStyle/>
          <a:p>
            <a:endParaRPr lang="en-US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4D4B10E8-524F-8576-B158-43DC3C02F22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158864" y="4809826"/>
            <a:ext cx="6691174" cy="1267099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22289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2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CCEDB282-8288-C81F-52B5-048A3E80C9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-1"/>
            <a:ext cx="12208822" cy="6858003"/>
            <a:chOff x="0" y="-1"/>
            <a:chExt cx="12208822" cy="6858003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2A62587F-7496-384A-AF40-18FC8CF0709D}"/>
                </a:ext>
              </a:extLst>
            </p:cNvPr>
            <p:cNvSpPr/>
            <p:nvPr userDrawn="1"/>
          </p:nvSpPr>
          <p:spPr>
            <a:xfrm>
              <a:off x="0" y="2286002"/>
              <a:ext cx="12208822" cy="4572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84DB028B-A475-224B-B675-A15A56CAD0BF}"/>
                </a:ext>
              </a:extLst>
            </p:cNvPr>
            <p:cNvSpPr/>
            <p:nvPr userDrawn="1"/>
          </p:nvSpPr>
          <p:spPr>
            <a:xfrm flipH="1">
              <a:off x="8597718" y="3246896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61C34955-105B-4D4D-B51D-754C5D38A85D}"/>
                </a:ext>
              </a:extLst>
            </p:cNvPr>
            <p:cNvSpPr/>
            <p:nvPr userDrawn="1"/>
          </p:nvSpPr>
          <p:spPr>
            <a:xfrm>
              <a:off x="1" y="0"/>
              <a:ext cx="933856" cy="933856"/>
            </a:xfrm>
            <a:custGeom>
              <a:avLst/>
              <a:gdLst>
                <a:gd name="connsiteX0" fmla="*/ 0 w 862693"/>
                <a:gd name="connsiteY0" fmla="*/ 0 h 862693"/>
                <a:gd name="connsiteX1" fmla="*/ 862693 w 862693"/>
                <a:gd name="connsiteY1" fmla="*/ 0 h 862693"/>
                <a:gd name="connsiteX2" fmla="*/ 0 w 862693"/>
                <a:gd name="connsiteY2" fmla="*/ 862693 h 862693"/>
                <a:gd name="connsiteX3" fmla="*/ 0 w 862693"/>
                <a:gd name="connsiteY3" fmla="*/ 0 h 862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2693" h="862693">
                  <a:moveTo>
                    <a:pt x="0" y="0"/>
                  </a:moveTo>
                  <a:lnTo>
                    <a:pt x="862693" y="0"/>
                  </a:lnTo>
                  <a:cubicBezTo>
                    <a:pt x="862693" y="476453"/>
                    <a:pt x="476452" y="862693"/>
                    <a:pt x="0" y="8626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2734DEB1-EC02-2E42-9292-4ADD115060A5}"/>
                </a:ext>
              </a:extLst>
            </p:cNvPr>
            <p:cNvSpPr/>
            <p:nvPr userDrawn="1"/>
          </p:nvSpPr>
          <p:spPr>
            <a:xfrm rot="5400000" flipH="1" flipV="1">
              <a:off x="10344100" y="438098"/>
              <a:ext cx="2285999" cy="1409801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13" name="Title 1">
            <a:extLst>
              <a:ext uri="{FF2B5EF4-FFF2-40B4-BE49-F238E27FC236}">
                <a16:creationId xmlns:a16="http://schemas.microsoft.com/office/drawing/2014/main" id="{5E932F0D-7FC3-634B-932C-3625C16C8DE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7492" y="45085"/>
            <a:ext cx="9779183" cy="1600835"/>
          </a:xfrm>
        </p:spPr>
        <p:txBody>
          <a:bodyPr anchor="b">
            <a:noAutofit/>
          </a:bodyPr>
          <a:lstStyle>
            <a:lvl1pPr>
              <a:defRPr sz="4200" b="1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1EED44-783E-8705-4119-D7E9F7D4F2B4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1166087" y="2652713"/>
            <a:ext cx="9780587" cy="3436936"/>
          </a:xfrm>
        </p:spPr>
        <p:txBody>
          <a:bodyPr>
            <a:normAutofit/>
          </a:bodyPr>
          <a:lstStyle>
            <a:lvl1pPr marL="342900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1pPr>
            <a:lvl2pPr marL="566928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2pPr>
            <a:lvl3pPr marL="850392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3pPr>
            <a:lvl4pPr marL="1097280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4pPr>
            <a:lvl5pPr marL="1371600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95D4F5-F69B-42F6-8A9D-330F696E14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2"/>
                </a:solidFill>
                <a:latin typeface="+mn-lt"/>
              </a:defRPr>
            </a:lvl1pPr>
          </a:lstStyle>
          <a:p>
            <a:r>
              <a:rPr lang="en-US" dirty="0"/>
              <a:t>9/8/20XX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79A23A-2238-4904-8692-9F2DAE8B8F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2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69FC35-DDC8-45FB-8ACB-21C15F57C1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206318" y="6356350"/>
            <a:ext cx="1604682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accent3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31769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95FBCE6F-2AA9-31FE-8148-33B4807355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067EACEC-C2DD-EA42-8504-176673AD1F20}"/>
                </a:ext>
              </a:extLst>
            </p:cNvPr>
            <p:cNvSpPr/>
            <p:nvPr userDrawn="1"/>
          </p:nvSpPr>
          <p:spPr>
            <a:xfrm>
              <a:off x="0" y="0"/>
              <a:ext cx="8025490" cy="6858000"/>
            </a:xfrm>
            <a:custGeom>
              <a:avLst/>
              <a:gdLst>
                <a:gd name="connsiteX0" fmla="*/ 0 w 8025490"/>
                <a:gd name="connsiteY0" fmla="*/ 0 h 6858000"/>
                <a:gd name="connsiteX1" fmla="*/ 4596490 w 8025490"/>
                <a:gd name="connsiteY1" fmla="*/ 0 h 6858000"/>
                <a:gd name="connsiteX2" fmla="*/ 8025490 w 8025490"/>
                <a:gd name="connsiteY2" fmla="*/ 3429000 h 6858000"/>
                <a:gd name="connsiteX3" fmla="*/ 4596490 w 8025490"/>
                <a:gd name="connsiteY3" fmla="*/ 6858000 h 6858000"/>
                <a:gd name="connsiteX4" fmla="*/ 0 w 8025490"/>
                <a:gd name="connsiteY4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025490" h="6858000">
                  <a:moveTo>
                    <a:pt x="0" y="0"/>
                  </a:moveTo>
                  <a:lnTo>
                    <a:pt x="4596490" y="0"/>
                  </a:lnTo>
                  <a:cubicBezTo>
                    <a:pt x="6490274" y="0"/>
                    <a:pt x="8025490" y="1535216"/>
                    <a:pt x="8025490" y="3429000"/>
                  </a:cubicBezTo>
                  <a:cubicBezTo>
                    <a:pt x="8025490" y="5322784"/>
                    <a:pt x="6490274" y="6858000"/>
                    <a:pt x="4596490" y="6858000"/>
                  </a:cubicBezTo>
                  <a:lnTo>
                    <a:pt x="0" y="685800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89843C7E-5704-7A46-8974-F3BFA42E7310}"/>
                </a:ext>
              </a:extLst>
            </p:cNvPr>
            <p:cNvGrpSpPr/>
            <p:nvPr userDrawn="1"/>
          </p:nvGrpSpPr>
          <p:grpSpPr>
            <a:xfrm rot="16200000">
              <a:off x="8286528" y="2207195"/>
              <a:ext cx="3032351" cy="2443610"/>
              <a:chOff x="9857014" y="13834"/>
              <a:chExt cx="2334986" cy="1881641"/>
            </a:xfrm>
          </p:grpSpPr>
          <p:sp>
            <p:nvSpPr>
              <p:cNvPr id="15" name="Freeform 14">
                <a:extLst>
                  <a:ext uri="{FF2B5EF4-FFF2-40B4-BE49-F238E27FC236}">
                    <a16:creationId xmlns:a16="http://schemas.microsoft.com/office/drawing/2014/main" id="{EFBF1E52-11FA-DC48-B7AD-75734232FFE8}"/>
                  </a:ext>
                </a:extLst>
              </p:cNvPr>
              <p:cNvSpPr/>
              <p:nvPr userDrawn="1"/>
            </p:nvSpPr>
            <p:spPr>
              <a:xfrm rot="5400000" flipH="1" flipV="1">
                <a:off x="10667433" y="370908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16" name="Freeform 15">
                <a:extLst>
                  <a:ext uri="{FF2B5EF4-FFF2-40B4-BE49-F238E27FC236}">
                    <a16:creationId xmlns:a16="http://schemas.microsoft.com/office/drawing/2014/main" id="{4850B620-49F5-3748-84AF-682555D52792}"/>
                  </a:ext>
                </a:extLst>
              </p:cNvPr>
              <p:cNvSpPr/>
              <p:nvPr userDrawn="1"/>
            </p:nvSpPr>
            <p:spPr>
              <a:xfrm rot="16200000" flipV="1">
                <a:off x="9499940" y="370908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0B179973-08D2-EF40-B516-35E75E906394}"/>
                </a:ext>
              </a:extLst>
            </p:cNvPr>
            <p:cNvSpPr/>
            <p:nvPr userDrawn="1"/>
          </p:nvSpPr>
          <p:spPr>
            <a:xfrm flipH="1">
              <a:off x="8580896" y="1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0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lnTo>
                    <a:pt x="1167493" y="0"/>
                  </a:lnTo>
                  <a:cubicBezTo>
                    <a:pt x="522704" y="0"/>
                    <a:pt x="0" y="522704"/>
                    <a:pt x="0" y="11674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6C811FF3-E48A-194D-8022-65F8C3A17449}"/>
                </a:ext>
              </a:extLst>
            </p:cNvPr>
            <p:cNvSpPr/>
            <p:nvPr userDrawn="1"/>
          </p:nvSpPr>
          <p:spPr>
            <a:xfrm flipH="1">
              <a:off x="8580896" y="3246896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67494" y="177553"/>
            <a:ext cx="6245912" cy="3269447"/>
          </a:xfrm>
        </p:spPr>
        <p:txBody>
          <a:bodyPr bIns="0" anchor="b">
            <a:noAutofit/>
          </a:bodyPr>
          <a:lstStyle>
            <a:lvl1pPr algn="l">
              <a:defRPr sz="6000" b="1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FB69D3-5632-4285-A209-9DCA67DA668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67494" y="3492896"/>
            <a:ext cx="6245912" cy="912850"/>
          </a:xfrm>
        </p:spPr>
        <p:txBody>
          <a:bodyPr anchor="ctr" anchorCtr="0">
            <a:noAutofit/>
          </a:bodyPr>
          <a:lstStyle>
            <a:lvl1pPr marL="0" indent="0" algn="l">
              <a:buNone/>
              <a:defRPr sz="3200">
                <a:solidFill>
                  <a:schemeClr val="bg1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9865294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14DB56B5-5DD7-95E3-52B2-EDC4B3F130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" y="0"/>
            <a:ext cx="12191999" cy="6858000"/>
            <a:chOff x="1" y="0"/>
            <a:chExt cx="12191999" cy="6858000"/>
          </a:xfrm>
        </p:grpSpPr>
        <p:sp>
          <p:nvSpPr>
            <p:cNvPr id="4" name="Freeform 3">
              <a:extLst>
                <a:ext uri="{FF2B5EF4-FFF2-40B4-BE49-F238E27FC236}">
                  <a16:creationId xmlns:a16="http://schemas.microsoft.com/office/drawing/2014/main" id="{6A7F6A3F-E1DD-A246-9A6D-5F9B18BA2588}"/>
                </a:ext>
              </a:extLst>
            </p:cNvPr>
            <p:cNvSpPr/>
            <p:nvPr userDrawn="1"/>
          </p:nvSpPr>
          <p:spPr>
            <a:xfrm flipH="1">
              <a:off x="8580896" y="1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0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lnTo>
                    <a:pt x="1167493" y="0"/>
                  </a:lnTo>
                  <a:cubicBezTo>
                    <a:pt x="522704" y="0"/>
                    <a:pt x="0" y="522704"/>
                    <a:pt x="0" y="11674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055FD0FC-C8FF-6741-A364-A29CDC6F9495}"/>
                </a:ext>
              </a:extLst>
            </p:cNvPr>
            <p:cNvSpPr/>
            <p:nvPr userDrawn="1"/>
          </p:nvSpPr>
          <p:spPr>
            <a:xfrm flipH="1">
              <a:off x="8580896" y="3246896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D11C9832-A021-954E-A34F-2988D1189AE9}"/>
                </a:ext>
              </a:extLst>
            </p:cNvPr>
            <p:cNvSpPr/>
            <p:nvPr userDrawn="1"/>
          </p:nvSpPr>
          <p:spPr>
            <a:xfrm>
              <a:off x="1" y="0"/>
              <a:ext cx="933856" cy="933856"/>
            </a:xfrm>
            <a:custGeom>
              <a:avLst/>
              <a:gdLst>
                <a:gd name="connsiteX0" fmla="*/ 0 w 862693"/>
                <a:gd name="connsiteY0" fmla="*/ 0 h 862693"/>
                <a:gd name="connsiteX1" fmla="*/ 862693 w 862693"/>
                <a:gd name="connsiteY1" fmla="*/ 0 h 862693"/>
                <a:gd name="connsiteX2" fmla="*/ 0 w 862693"/>
                <a:gd name="connsiteY2" fmla="*/ 862693 h 862693"/>
                <a:gd name="connsiteX3" fmla="*/ 0 w 862693"/>
                <a:gd name="connsiteY3" fmla="*/ 0 h 862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2693" h="862693">
                  <a:moveTo>
                    <a:pt x="0" y="0"/>
                  </a:moveTo>
                  <a:lnTo>
                    <a:pt x="862693" y="0"/>
                  </a:lnTo>
                  <a:cubicBezTo>
                    <a:pt x="862693" y="476453"/>
                    <a:pt x="476452" y="862693"/>
                    <a:pt x="0" y="8626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9861BC34-DFBF-2D4F-B463-FCFBC08391FF}"/>
                </a:ext>
              </a:extLst>
            </p:cNvPr>
            <p:cNvGrpSpPr/>
            <p:nvPr userDrawn="1"/>
          </p:nvGrpSpPr>
          <p:grpSpPr>
            <a:xfrm>
              <a:off x="8082092" y="5590903"/>
              <a:ext cx="1572380" cy="1267097"/>
              <a:chOff x="7413403" y="4976359"/>
              <a:chExt cx="2334986" cy="1881641"/>
            </a:xfrm>
          </p:grpSpPr>
          <p:sp>
            <p:nvSpPr>
              <p:cNvPr id="7" name="Freeform 6">
                <a:extLst>
                  <a:ext uri="{FF2B5EF4-FFF2-40B4-BE49-F238E27FC236}">
                    <a16:creationId xmlns:a16="http://schemas.microsoft.com/office/drawing/2014/main" id="{55C37C19-F268-4A43-A0D4-3B1B38D48952}"/>
                  </a:ext>
                </a:extLst>
              </p:cNvPr>
              <p:cNvSpPr/>
              <p:nvPr userDrawn="1"/>
            </p:nvSpPr>
            <p:spPr>
              <a:xfrm rot="5400000" flipH="1" flipV="1">
                <a:off x="8223822" y="5333433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>
                  <a:latin typeface="+mn-lt"/>
                </a:endParaRPr>
              </a:p>
            </p:txBody>
          </p:sp>
          <p:sp>
            <p:nvSpPr>
              <p:cNvPr id="8" name="Freeform 7">
                <a:extLst>
                  <a:ext uri="{FF2B5EF4-FFF2-40B4-BE49-F238E27FC236}">
                    <a16:creationId xmlns:a16="http://schemas.microsoft.com/office/drawing/2014/main" id="{E4F760E5-9D5D-E44F-AEBF-20CA8DE87D11}"/>
                  </a:ext>
                </a:extLst>
              </p:cNvPr>
              <p:cNvSpPr/>
              <p:nvPr userDrawn="1"/>
            </p:nvSpPr>
            <p:spPr>
              <a:xfrm rot="16200000" flipV="1">
                <a:off x="7056329" y="5333433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>
                  <a:latin typeface="+mn-lt"/>
                </a:endParaRPr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7492" y="136526"/>
            <a:ext cx="9601200" cy="1653371"/>
          </a:xfrm>
        </p:spPr>
        <p:txBody>
          <a:bodyPr anchor="b">
            <a:noAutofit/>
          </a:bodyPr>
          <a:lstStyle>
            <a:lvl1pPr>
              <a:defRPr sz="4200" b="1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167493" y="2023984"/>
            <a:ext cx="4663440" cy="3332832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buFont typeface="Arial" panose="020B0604020202020204" pitchFamily="34" charset="0"/>
              <a:buNone/>
              <a:defRPr sz="2000">
                <a:latin typeface="+mn-lt"/>
              </a:defRPr>
            </a:lvl1pPr>
            <a:lvl2pPr marL="283464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latin typeface="+mn-lt"/>
              </a:defRPr>
            </a:lvl2pPr>
            <a:lvl3pPr marL="566928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latin typeface="+mn-lt"/>
              </a:defRPr>
            </a:lvl3pPr>
            <a:lvl4pPr marL="850392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latin typeface="+mn-lt"/>
              </a:defRPr>
            </a:lvl4pPr>
            <a:lvl5pPr marL="1133856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94CA559C-3355-DE44-ACF9-BDB6083C4225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6283235" y="2023984"/>
            <a:ext cx="4663440" cy="3332832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buFont typeface="Arial" panose="020B0604020202020204" pitchFamily="34" charset="0"/>
              <a:buNone/>
              <a:defRPr sz="2000">
                <a:latin typeface="+mn-lt"/>
              </a:defRPr>
            </a:lvl1pPr>
            <a:lvl2pPr marL="283464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latin typeface="+mn-lt"/>
              </a:defRPr>
            </a:lvl2pPr>
            <a:lvl3pPr marL="566928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latin typeface="+mn-lt"/>
              </a:defRPr>
            </a:lvl3pPr>
            <a:lvl4pPr marL="850392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latin typeface="+mn-lt"/>
              </a:defRPr>
            </a:lvl4pPr>
            <a:lvl5pPr marL="1133856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r>
              <a:rPr lang="en-US" dirty="0"/>
              <a:t>9/8/20XX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accent2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78435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2 conten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1A0E8D4A-B13C-C7EE-5E27-278124A127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" y="1"/>
            <a:ext cx="12191999" cy="6857999"/>
            <a:chOff x="1" y="1"/>
            <a:chExt cx="12191999" cy="6857999"/>
          </a:xfrm>
        </p:grpSpPr>
        <p:sp>
          <p:nvSpPr>
            <p:cNvPr id="4" name="Freeform 3">
              <a:extLst>
                <a:ext uri="{FF2B5EF4-FFF2-40B4-BE49-F238E27FC236}">
                  <a16:creationId xmlns:a16="http://schemas.microsoft.com/office/drawing/2014/main" id="{6A7F6A3F-E1DD-A246-9A6D-5F9B18BA2588}"/>
                </a:ext>
              </a:extLst>
            </p:cNvPr>
            <p:cNvSpPr/>
            <p:nvPr userDrawn="1"/>
          </p:nvSpPr>
          <p:spPr>
            <a:xfrm flipH="1">
              <a:off x="8580896" y="1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0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lnTo>
                    <a:pt x="1167493" y="0"/>
                  </a:lnTo>
                  <a:cubicBezTo>
                    <a:pt x="522704" y="0"/>
                    <a:pt x="0" y="522704"/>
                    <a:pt x="0" y="11674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055FD0FC-C8FF-6741-A364-A29CDC6F9495}"/>
                </a:ext>
              </a:extLst>
            </p:cNvPr>
            <p:cNvSpPr/>
            <p:nvPr userDrawn="1"/>
          </p:nvSpPr>
          <p:spPr>
            <a:xfrm rot="5400000" flipH="1">
              <a:off x="1" y="3246896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7492" y="69008"/>
            <a:ext cx="9779183" cy="1706563"/>
          </a:xfrm>
        </p:spPr>
        <p:txBody>
          <a:bodyPr anchor="b">
            <a:noAutofit/>
          </a:bodyPr>
          <a:lstStyle>
            <a:lvl1pPr>
              <a:defRPr sz="4200" b="1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926B296A-EB6A-9BE9-E813-B15C46524F4D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1167493" y="2023984"/>
            <a:ext cx="4663440" cy="3332832"/>
          </a:xfrm>
        </p:spPr>
        <p:txBody>
          <a:bodyPr>
            <a:normAutofit/>
          </a:bodyPr>
          <a:lstStyle>
            <a:lvl1pPr marL="530352" indent="-530352">
              <a:spcBef>
                <a:spcPts val="1000"/>
              </a:spcBef>
              <a:buFont typeface="+mj-lt"/>
              <a:buAutoNum type="arabicPeriod"/>
              <a:defRPr sz="2000">
                <a:solidFill>
                  <a:schemeClr val="bg1"/>
                </a:solidFill>
                <a:latin typeface="+mn-lt"/>
              </a:defRPr>
            </a:lvl1pPr>
            <a:lvl2pPr marL="1097280" indent="-530352">
              <a:spcBef>
                <a:spcPts val="1000"/>
              </a:spcBef>
              <a:buFont typeface="+mj-lt"/>
              <a:buAutoNum type="alphaLcPeriod"/>
              <a:defRPr sz="2000">
                <a:solidFill>
                  <a:schemeClr val="bg1"/>
                </a:solidFill>
                <a:latin typeface="+mn-lt"/>
              </a:defRPr>
            </a:lvl2pPr>
            <a:lvl3pPr marL="1645920" indent="-530352">
              <a:spcBef>
                <a:spcPts val="1000"/>
              </a:spcBef>
              <a:buFont typeface="+mj-lt"/>
              <a:buAutoNum type="arabicParenR"/>
              <a:defRPr sz="2000">
                <a:solidFill>
                  <a:schemeClr val="bg1"/>
                </a:solidFill>
                <a:latin typeface="+mn-lt"/>
              </a:defRPr>
            </a:lvl3pPr>
            <a:lvl4pPr marL="1920240" indent="-530352">
              <a:spcBef>
                <a:spcPts val="1000"/>
              </a:spcBef>
              <a:buFont typeface="+mj-lt"/>
              <a:buAutoNum type="alphaLcParenR"/>
              <a:defRPr sz="2000">
                <a:solidFill>
                  <a:schemeClr val="bg1"/>
                </a:solidFill>
                <a:latin typeface="+mn-lt"/>
              </a:defRPr>
            </a:lvl4pPr>
            <a:lvl5pPr marL="2560320" indent="-514350">
              <a:spcBef>
                <a:spcPts val="1000"/>
              </a:spcBef>
              <a:buFont typeface="+mj-lt"/>
              <a:buAutoNum type="romanLcPeriod"/>
              <a:defRPr sz="20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9435B7D5-E7F8-1267-8942-3C97BE836B98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6283235" y="2023984"/>
            <a:ext cx="4663440" cy="3332832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buFont typeface="Arial" panose="020B0604020202020204" pitchFamily="34" charset="0"/>
              <a:buNone/>
              <a:defRPr sz="2000">
                <a:solidFill>
                  <a:schemeClr val="bg1"/>
                </a:solidFill>
                <a:latin typeface="+mn-lt"/>
              </a:defRPr>
            </a:lvl1pPr>
            <a:lvl2pPr marL="283464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2pPr>
            <a:lvl3pPr marL="566928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3pPr>
            <a:lvl4pPr marL="850392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4pPr>
            <a:lvl5pPr marL="1133856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1701018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r>
              <a:rPr lang="en-US" dirty="0"/>
              <a:t>9/8/20XX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accent2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accent2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04266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hart 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ABA2A58C-57B7-834C-8F5C-3299322411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rot="16200000">
            <a:off x="10772262" y="152641"/>
            <a:ext cx="1572380" cy="1267097"/>
            <a:chOff x="7413403" y="4976359"/>
            <a:chExt cx="2334986" cy="1881641"/>
          </a:xfrm>
        </p:grpSpPr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801D8067-144A-FE48-AF1E-529B662DCAD3}"/>
                </a:ext>
              </a:extLst>
            </p:cNvPr>
            <p:cNvSpPr/>
            <p:nvPr userDrawn="1"/>
          </p:nvSpPr>
          <p:spPr>
            <a:xfrm rot="5400000" flipH="1" flipV="1">
              <a:off x="8223822" y="5333433"/>
              <a:ext cx="1881641" cy="1167493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2ECA7D87-C78C-C140-AA28-C0FB20209045}"/>
                </a:ext>
              </a:extLst>
            </p:cNvPr>
            <p:cNvSpPr/>
            <p:nvPr userDrawn="1"/>
          </p:nvSpPr>
          <p:spPr>
            <a:xfrm rot="16200000" flipV="1">
              <a:off x="7056329" y="5333433"/>
              <a:ext cx="1881641" cy="1167493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7492" y="136526"/>
            <a:ext cx="9779183" cy="1570038"/>
          </a:xfrm>
        </p:spPr>
        <p:txBody>
          <a:bodyPr anchor="b">
            <a:noAutofit/>
          </a:bodyPr>
          <a:lstStyle>
            <a:lvl1pPr>
              <a:defRPr sz="4200" b="1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167493" y="2084832"/>
            <a:ext cx="9779182" cy="3366813"/>
          </a:xfrm>
        </p:spPr>
        <p:txBody>
          <a:bodyPr>
            <a:noAutofit/>
          </a:bodyPr>
          <a:lstStyle>
            <a:lvl1pPr marL="0" indent="0">
              <a:buNone/>
              <a:defRPr>
                <a:latin typeface="+mn-lt"/>
              </a:defRPr>
            </a:lvl1pPr>
            <a:lvl2pPr marL="457200" indent="0">
              <a:buNone/>
              <a:defRPr>
                <a:latin typeface="+mn-lt"/>
              </a:defRPr>
            </a:lvl2pPr>
            <a:lvl3pPr marL="914400" indent="0">
              <a:buNone/>
              <a:defRPr>
                <a:latin typeface="+mn-lt"/>
              </a:defRPr>
            </a:lvl3pPr>
            <a:lvl4pPr marL="1371600" indent="0">
              <a:buNone/>
              <a:defRPr>
                <a:latin typeface="+mn-lt"/>
              </a:defRPr>
            </a:lvl4pPr>
            <a:lvl5pPr marL="1828800" indent="0">
              <a:buNone/>
              <a:defRPr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1701018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r>
              <a:rPr lang="en-US" dirty="0"/>
              <a:t>9/8/20XX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09451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En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78AD52EA-B01E-8D38-D87A-BF7EB5B58A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-1"/>
            <a:ext cx="12192001" cy="6864796"/>
            <a:chOff x="0" y="-1"/>
            <a:chExt cx="12192001" cy="6864796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9AC79249-FDC0-364D-A734-AE1DE1605D28}"/>
                </a:ext>
              </a:extLst>
            </p:cNvPr>
            <p:cNvSpPr/>
            <p:nvPr userDrawn="1"/>
          </p:nvSpPr>
          <p:spPr>
            <a:xfrm>
              <a:off x="8264426" y="0"/>
              <a:ext cx="3927574" cy="68580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F15FBB50-09C8-B64E-AE57-67C5E70810CB}"/>
                </a:ext>
              </a:extLst>
            </p:cNvPr>
            <p:cNvGrpSpPr/>
            <p:nvPr userDrawn="1"/>
          </p:nvGrpSpPr>
          <p:grpSpPr>
            <a:xfrm>
              <a:off x="8264427" y="3685939"/>
              <a:ext cx="3927573" cy="3178856"/>
              <a:chOff x="9857014" y="13834"/>
              <a:chExt cx="2334986" cy="1881641"/>
            </a:xfrm>
          </p:grpSpPr>
          <p:sp>
            <p:nvSpPr>
              <p:cNvPr id="15" name="Freeform 14">
                <a:extLst>
                  <a:ext uri="{FF2B5EF4-FFF2-40B4-BE49-F238E27FC236}">
                    <a16:creationId xmlns:a16="http://schemas.microsoft.com/office/drawing/2014/main" id="{EFBF1E52-11FA-DC48-B7AD-75734232FFE8}"/>
                  </a:ext>
                </a:extLst>
              </p:cNvPr>
              <p:cNvSpPr/>
              <p:nvPr userDrawn="1"/>
            </p:nvSpPr>
            <p:spPr>
              <a:xfrm rot="5400000" flipH="1" flipV="1">
                <a:off x="10667433" y="370908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16" name="Freeform 15">
                <a:extLst>
                  <a:ext uri="{FF2B5EF4-FFF2-40B4-BE49-F238E27FC236}">
                    <a16:creationId xmlns:a16="http://schemas.microsoft.com/office/drawing/2014/main" id="{4850B620-49F5-3748-84AF-682555D52792}"/>
                  </a:ext>
                </a:extLst>
              </p:cNvPr>
              <p:cNvSpPr/>
              <p:nvPr userDrawn="1"/>
            </p:nvSpPr>
            <p:spPr>
              <a:xfrm rot="16200000" flipV="1">
                <a:off x="9499940" y="370908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BC68F289-2744-2F48-893A-3F17911625C8}"/>
                </a:ext>
              </a:extLst>
            </p:cNvPr>
            <p:cNvSpPr/>
            <p:nvPr userDrawn="1"/>
          </p:nvSpPr>
          <p:spPr>
            <a:xfrm>
              <a:off x="0" y="-1"/>
              <a:ext cx="1167493" cy="1167493"/>
            </a:xfrm>
            <a:custGeom>
              <a:avLst/>
              <a:gdLst>
                <a:gd name="connsiteX0" fmla="*/ 0 w 862693"/>
                <a:gd name="connsiteY0" fmla="*/ 0 h 862693"/>
                <a:gd name="connsiteX1" fmla="*/ 862693 w 862693"/>
                <a:gd name="connsiteY1" fmla="*/ 0 h 862693"/>
                <a:gd name="connsiteX2" fmla="*/ 0 w 862693"/>
                <a:gd name="connsiteY2" fmla="*/ 862693 h 862693"/>
                <a:gd name="connsiteX3" fmla="*/ 0 w 862693"/>
                <a:gd name="connsiteY3" fmla="*/ 0 h 862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2693" h="862693">
                  <a:moveTo>
                    <a:pt x="0" y="0"/>
                  </a:moveTo>
                  <a:lnTo>
                    <a:pt x="862693" y="0"/>
                  </a:lnTo>
                  <a:cubicBezTo>
                    <a:pt x="862693" y="476453"/>
                    <a:pt x="476452" y="862693"/>
                    <a:pt x="0" y="8626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39563C76-BC00-DE47-88F5-C24D3CE3325A}"/>
                </a:ext>
              </a:extLst>
            </p:cNvPr>
            <p:cNvSpPr/>
            <p:nvPr userDrawn="1"/>
          </p:nvSpPr>
          <p:spPr>
            <a:xfrm>
              <a:off x="10228214" y="-1"/>
              <a:ext cx="1963787" cy="3178856"/>
            </a:xfrm>
            <a:custGeom>
              <a:avLst/>
              <a:gdLst>
                <a:gd name="connsiteX0" fmla="*/ 0 w 1963787"/>
                <a:gd name="connsiteY0" fmla="*/ 0 h 3178856"/>
                <a:gd name="connsiteX1" fmla="*/ 1963787 w 1963787"/>
                <a:gd name="connsiteY1" fmla="*/ 0 h 3178856"/>
                <a:gd name="connsiteX2" fmla="*/ 1963787 w 1963787"/>
                <a:gd name="connsiteY2" fmla="*/ 1967129 h 3178856"/>
                <a:gd name="connsiteX3" fmla="*/ 1963787 w 1963787"/>
                <a:gd name="connsiteY3" fmla="*/ 2349671 h 3178856"/>
                <a:gd name="connsiteX4" fmla="*/ 1963787 w 1963787"/>
                <a:gd name="connsiteY4" fmla="*/ 3178856 h 3178856"/>
                <a:gd name="connsiteX5" fmla="*/ 1963753 w 1963787"/>
                <a:gd name="connsiteY5" fmla="*/ 3178856 h 3178856"/>
                <a:gd name="connsiteX6" fmla="*/ 1763002 w 1963787"/>
                <a:gd name="connsiteY6" fmla="*/ 3168629 h 3178856"/>
                <a:gd name="connsiteX7" fmla="*/ 0 w 1963787"/>
                <a:gd name="connsiteY7" fmla="*/ 1197921 h 3178856"/>
                <a:gd name="connsiteX8" fmla="*/ 0 w 1963787"/>
                <a:gd name="connsiteY8" fmla="*/ 1039961 h 3178856"/>
                <a:gd name="connsiteX9" fmla="*/ 0 w 1963787"/>
                <a:gd name="connsiteY9" fmla="*/ 0 h 31788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963787" h="3178856">
                  <a:moveTo>
                    <a:pt x="0" y="0"/>
                  </a:moveTo>
                  <a:lnTo>
                    <a:pt x="1963787" y="0"/>
                  </a:lnTo>
                  <a:lnTo>
                    <a:pt x="1963787" y="1967129"/>
                  </a:lnTo>
                  <a:lnTo>
                    <a:pt x="1963787" y="2349671"/>
                  </a:lnTo>
                  <a:lnTo>
                    <a:pt x="1963787" y="3178856"/>
                  </a:lnTo>
                  <a:lnTo>
                    <a:pt x="1963753" y="3178856"/>
                  </a:lnTo>
                  <a:lnTo>
                    <a:pt x="1763002" y="3168629"/>
                  </a:lnTo>
                  <a:cubicBezTo>
                    <a:pt x="772749" y="3067186"/>
                    <a:pt x="0" y="2223585"/>
                    <a:pt x="0" y="1197921"/>
                  </a:cubicBezTo>
                  <a:lnTo>
                    <a:pt x="0" y="1039961"/>
                  </a:lnTo>
                  <a:lnTo>
                    <a:pt x="0" y="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67494" y="252549"/>
            <a:ext cx="6220278" cy="3262811"/>
          </a:xfrm>
        </p:spPr>
        <p:txBody>
          <a:bodyPr anchor="b">
            <a:noAutofit/>
          </a:bodyPr>
          <a:lstStyle>
            <a:lvl1pPr algn="l">
              <a:defRPr sz="6000" b="1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FB69D3-5632-4285-A209-9DCA67DA668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67493" y="3685939"/>
            <a:ext cx="6220277" cy="2919512"/>
          </a:xfrm>
        </p:spPr>
        <p:txBody>
          <a:bodyPr anchor="t" anchorCtr="0">
            <a:normAutofit/>
          </a:bodyPr>
          <a:lstStyle>
            <a:lvl1pPr marL="0" indent="0" algn="l">
              <a:buNone/>
              <a:defRPr sz="2800"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254470690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21FE2E-2511-CA28-8FB5-18F6DD8309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CEAF0BE-B535-420B-31BC-7722FDEEB7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9/8/20XX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C25DD5B-74C4-B2B0-5CB1-CFBDB705BE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E526076-BA94-D9FC-23CC-620BDEEAF0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08496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198F9AA-2C87-421D-97C1-B4248DFDC2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81000"/>
            <a:ext cx="114300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98FC63-C8D2-4CE6-A3F1-EE8ED24590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1000" y="1825625"/>
            <a:ext cx="114300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D77A09-15C2-4E47-948E-AACAFCA47D4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en-US" dirty="0"/>
              <a:t>9/8/20XX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567522-C3B6-46EB-A361-BEC2510B00C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tx2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C57CF0-034F-450D-937C-718D5AF1A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0678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tx2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83539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81" r:id="rId3"/>
    <p:sldLayoutId id="2147483679" r:id="rId4"/>
    <p:sldLayoutId id="2147483680" r:id="rId5"/>
    <p:sldLayoutId id="2147483671" r:id="rId6"/>
    <p:sldLayoutId id="2147483659" r:id="rId7"/>
    <p:sldLayoutId id="2147483668" r:id="rId8"/>
    <p:sldLayoutId id="2147483669" r:id="rId9"/>
    <p:sldLayoutId id="2147483661" r:id="rId10"/>
    <p:sldLayoutId id="2147483666" r:id="rId11"/>
    <p:sldLayoutId id="2147483678" r:id="rId12"/>
  </p:sldLayoutIdLst>
  <p:hf sldNum="0" hdr="0" ft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240" userDrawn="1">
          <p15:clr>
            <a:srgbClr val="547EBF"/>
          </p15:clr>
        </p15:guide>
        <p15:guide id="4" orient="horz" pos="240" userDrawn="1">
          <p15:clr>
            <a:srgbClr val="547EBF"/>
          </p15:clr>
        </p15:guide>
        <p15:guide id="5" pos="7440" userDrawn="1">
          <p15:clr>
            <a:srgbClr val="547EBF"/>
          </p15:clr>
        </p15:guide>
        <p15:guide id="6" orient="horz" pos="4080" userDrawn="1">
          <p15:clr>
            <a:srgbClr val="547EBF"/>
          </p15:clr>
        </p15:guide>
        <p15:guide id="7" pos="3960" userDrawn="1">
          <p15:clr>
            <a:srgbClr val="547EBF"/>
          </p15:clr>
        </p15:guide>
        <p15:guide id="8" pos="3720" userDrawn="1">
          <p15:clr>
            <a:srgbClr val="547EBF"/>
          </p15:clr>
        </p15:guide>
        <p15:guide id="9" pos="2112" userDrawn="1">
          <p15:clr>
            <a:srgbClr val="547EBF"/>
          </p15:clr>
        </p15:guide>
        <p15:guide id="10" pos="1848" userDrawn="1">
          <p15:clr>
            <a:srgbClr val="547EBF"/>
          </p15:clr>
        </p15:guide>
        <p15:guide id="11" pos="5568" userDrawn="1">
          <p15:clr>
            <a:srgbClr val="547EBF"/>
          </p15:clr>
        </p15:guide>
        <p15:guide id="12" pos="5832" userDrawn="1">
          <p15:clr>
            <a:srgbClr val="547EBF"/>
          </p15:clr>
        </p15:guide>
        <p15:guide id="13" pos="4968" userDrawn="1">
          <p15:clr>
            <a:srgbClr val="9FCC3B"/>
          </p15:clr>
        </p15:guide>
        <p15:guide id="14" pos="5208" userDrawn="1">
          <p15:clr>
            <a:srgbClr val="9FCC3B"/>
          </p15:clr>
        </p15:guide>
        <p15:guide id="15" pos="2712" userDrawn="1">
          <p15:clr>
            <a:srgbClr val="9FCC3B"/>
          </p15:clr>
        </p15:guide>
        <p15:guide id="16" pos="2472" userDrawn="1">
          <p15:clr>
            <a:srgbClr val="9FCC3B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37BB6A-214D-01D8-782E-0314E2B0B3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9E18D8D-4D03-26F7-6B44-4C4FD94AD21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B4E2917-E4F0-5AE6-1444-97625E646E03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1557054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Universal Color Block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0068FF"/>
      </a:accent1>
      <a:accent2>
        <a:srgbClr val="DAE5EF"/>
      </a:accent2>
      <a:accent3>
        <a:srgbClr val="637183"/>
      </a:accent3>
      <a:accent4>
        <a:srgbClr val="434E5E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75">
      <a:majorFont>
        <a:latin typeface="Tenorite"/>
        <a:ea typeface=""/>
        <a:cs typeface=""/>
      </a:majorFont>
      <a:minorFont>
        <a:latin typeface="Tenorit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45331398_Win32_SL_V13" id="{C59E605D-C281-4A06-BDA0-E97A35AC3AA8}" vid="{25D1D206-DA25-4050-926A-BD6D3A1B506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D55CCFAD34A484FAC43376D580F7497" ma:contentTypeVersion="13" ma:contentTypeDescription="Create a new document." ma:contentTypeScope="" ma:versionID="20fcfebd8cb07aba400aa359cb6a137d">
  <xsd:schema xmlns:xsd="http://www.w3.org/2001/XMLSchema" xmlns:xs="http://www.w3.org/2001/XMLSchema" xmlns:p="http://schemas.microsoft.com/office/2006/metadata/properties" xmlns:ns2="bdfda862-7558-4f4e-99f8-648970d7935e" xmlns:ns3="2bdccfd7-ed75-47c4-ae3e-45ba8291135b" targetNamespace="http://schemas.microsoft.com/office/2006/metadata/properties" ma:root="true" ma:fieldsID="e7232410060904e04ccc6d86ba125b69" ns2:_="" ns3:_="">
    <xsd:import namespace="bdfda862-7558-4f4e-99f8-648970d7935e"/>
    <xsd:import namespace="2bdccfd7-ed75-47c4-ae3e-45ba8291135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LengthInSeconds" minOccurs="0"/>
                <xsd:element ref="ns2:MediaServiceBillingMetadata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dfda862-7558-4f4e-99f8-648970d7935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lcf76f155ced4ddcb4097134ff3c332f" ma:index="12" nillable="true" ma:taxonomy="true" ma:internalName="lcf76f155ced4ddcb4097134ff3c332f" ma:taxonomyFieldName="MediaServiceImageTags" ma:displayName="Image Tags" ma:readOnly="false" ma:fieldId="{5cf76f15-5ced-4ddc-b409-7134ff3c332f}" ma:taxonomyMulti="true" ma:sspId="3172f08a-6d1d-4090-b6e7-443b1fdb300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  <xsd:element name="MediaServiceBillingMetadata" ma:index="19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Location" ma:index="20" nillable="true" ma:displayName="Location" ma:description="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bdccfd7-ed75-47c4-ae3e-45ba8291135b" elementFormDefault="qualified">
    <xsd:import namespace="http://schemas.microsoft.com/office/2006/documentManagement/types"/>
    <xsd:import namespace="http://schemas.microsoft.com/office/infopath/2007/PartnerControls"/>
    <xsd:element name="TaxCatchAll" ma:index="13" nillable="true" ma:displayName="Taxonomy Catch All Column" ma:hidden="true" ma:list="{5b3827de-d5af-4de8-9be1-31d341ffe7dd}" ma:internalName="TaxCatchAll" ma:showField="CatchAllData" ma:web="2bdccfd7-ed75-47c4-ae3e-45ba8291135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2bdccfd7-ed75-47c4-ae3e-45ba8291135b" xsi:nil="true"/>
    <lcf76f155ced4ddcb4097134ff3c332f xmlns="bdfda862-7558-4f4e-99f8-648970d7935e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71AE14EB-A25A-4605-8EF9-905C158A122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dfda862-7558-4f4e-99f8-648970d7935e"/>
    <ds:schemaRef ds:uri="2bdccfd7-ed75-47c4-ae3e-45ba8291135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731D3D4E-040D-4F59-9215-B1F04B81B9FE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3CE52C7A-8834-4F18-859F-7167A187E138}">
  <ds:schemaRefs>
    <ds:schemaRef ds:uri="http://purl.org/dc/elements/1.1/"/>
    <ds:schemaRef ds:uri="http://purl.org/dc/dcmitype/"/>
    <ds:schemaRef ds:uri="bdfda862-7558-4f4e-99f8-648970d7935e"/>
    <ds:schemaRef ds:uri="http://www.w3.org/XML/1998/namespace"/>
    <ds:schemaRef ds:uri="http://schemas.microsoft.com/office/2006/documentManagement/types"/>
    <ds:schemaRef ds:uri="http://schemas.microsoft.com/office/2006/metadata/properties"/>
    <ds:schemaRef ds:uri="http://schemas.openxmlformats.org/package/2006/metadata/core-properties"/>
    <ds:schemaRef ds:uri="http://schemas.microsoft.com/office/infopath/2007/PartnerControls"/>
    <ds:schemaRef ds:uri="2bdccfd7-ed75-47c4-ae3e-45ba8291135b"/>
    <ds:schemaRef ds:uri="http://purl.org/dc/terms/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Microsoft Macintosh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Tenorite</vt:lpstr>
      <vt:lpstr>Custom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2023-12-12T16:04:07Z</dcterms:created>
  <dcterms:modified xsi:type="dcterms:W3CDTF">2025-07-16T19:06:02Z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0x0101009D55CCFAD34A484FAC43376D580F7497</vt:lpwstr>
  </property>
  <property fmtid="{D5CDD505-2E9C-101B-9397-08002B2CF9AE}" pid="3" name="MediaServiceImageTags">
    <vt:lpwstr/>
  </property>
</Properties>
</file>