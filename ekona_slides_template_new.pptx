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"/>
  </p:notesMaster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29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1B6F30-EC96-2340-AD4B-07A6B9855D0C}" v="122" dt="2025-07-17T16:43:33.189"/>
    <p1510:client id="{86AB5ADE-44BA-4B42-A7C8-B1D92A4F8300}" v="63" dt="2025-07-16T19:52:37.4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571"/>
    <p:restoredTop sz="94725"/>
  </p:normalViewPr>
  <p:slideViewPr>
    <p:cSldViewPr snapToGrid="0">
      <p:cViewPr varScale="1">
        <p:scale>
          <a:sx n="147" d="100"/>
          <a:sy n="147" d="100"/>
        </p:scale>
        <p:origin x="208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Khalil" userId="82cd1ec2-6208-465b-9d4d-40ce8f0cbf96" providerId="ADAL" clId="{651B6F30-EC96-2340-AD4B-07A6B9855D0C}"/>
    <pc:docChg chg="undo custSel addSld delSld modSld modMainMaster">
      <pc:chgData name="Sam Khalil" userId="82cd1ec2-6208-465b-9d4d-40ce8f0cbf96" providerId="ADAL" clId="{651B6F30-EC96-2340-AD4B-07A6B9855D0C}" dt="2025-07-17T16:52:43.058" v="1222" actId="20577"/>
      <pc:docMkLst>
        <pc:docMk/>
      </pc:docMkLst>
      <pc:sldChg chg="new del">
        <pc:chgData name="Sam Khalil" userId="82cd1ec2-6208-465b-9d4d-40ce8f0cbf96" providerId="ADAL" clId="{651B6F30-EC96-2340-AD4B-07A6B9855D0C}" dt="2025-07-16T20:03:10.194" v="3" actId="2696"/>
        <pc:sldMkLst>
          <pc:docMk/>
          <pc:sldMk cId="1425710479" sldId="256"/>
        </pc:sldMkLst>
      </pc:sldChg>
      <pc:sldChg chg="new del">
        <pc:chgData name="Sam Khalil" userId="82cd1ec2-6208-465b-9d4d-40ce8f0cbf96" providerId="ADAL" clId="{651B6F30-EC96-2340-AD4B-07A6B9855D0C}" dt="2025-07-17T09:39:26.054" v="162" actId="2696"/>
        <pc:sldMkLst>
          <pc:docMk/>
          <pc:sldMk cId="3478321964" sldId="256"/>
        </pc:sldMkLst>
      </pc:sldChg>
      <pc:sldChg chg="del">
        <pc:chgData name="Sam Khalil" userId="82cd1ec2-6208-465b-9d4d-40ce8f0cbf96" providerId="ADAL" clId="{651B6F30-EC96-2340-AD4B-07A6B9855D0C}" dt="2025-07-16T20:03:04.043" v="1" actId="2696"/>
        <pc:sldMkLst>
          <pc:docMk/>
          <pc:sldMk cId="181304407" sldId="313"/>
        </pc:sldMkLst>
      </pc:sldChg>
      <pc:sldChg chg="del">
        <pc:chgData name="Sam Khalil" userId="82cd1ec2-6208-465b-9d4d-40ce8f0cbf96" providerId="ADAL" clId="{651B6F30-EC96-2340-AD4B-07A6B9855D0C}" dt="2025-07-16T20:03:03.422" v="0" actId="2696"/>
        <pc:sldMkLst>
          <pc:docMk/>
          <pc:sldMk cId="1523952497" sldId="318"/>
        </pc:sldMkLst>
      </pc:sldChg>
      <pc:sldMasterChg chg="addSldLayout delSldLayout modSldLayout sldLayoutOrd">
        <pc:chgData name="Sam Khalil" userId="82cd1ec2-6208-465b-9d4d-40ce8f0cbf96" providerId="ADAL" clId="{651B6F30-EC96-2340-AD4B-07A6B9855D0C}" dt="2025-07-17T16:52:43.058" v="1222" actId="20577"/>
        <pc:sldMasterMkLst>
          <pc:docMk/>
          <pc:sldMasterMk cId="2940896467" sldId="2147483648"/>
        </pc:sldMasterMkLst>
        <pc:sldLayoutChg chg="ord">
          <pc:chgData name="Sam Khalil" userId="82cd1ec2-6208-465b-9d4d-40ce8f0cbf96" providerId="ADAL" clId="{651B6F30-EC96-2340-AD4B-07A6B9855D0C}" dt="2025-07-17T09:52:10.333" v="385" actId="20578"/>
          <pc:sldLayoutMkLst>
            <pc:docMk/>
            <pc:sldMasterMk cId="2940896467" sldId="2147483648"/>
            <pc:sldLayoutMk cId="2886716305" sldId="2147483649"/>
          </pc:sldLayoutMkLst>
        </pc:sldLayoutChg>
        <pc:sldLayoutChg chg="addSp delSp modSp mod">
          <pc:chgData name="Sam Khalil" userId="82cd1ec2-6208-465b-9d4d-40ce8f0cbf96" providerId="ADAL" clId="{651B6F30-EC96-2340-AD4B-07A6B9855D0C}" dt="2025-07-17T16:10:12.018" v="1195" actId="20577"/>
          <pc:sldLayoutMkLst>
            <pc:docMk/>
            <pc:sldMasterMk cId="2940896467" sldId="2147483648"/>
            <pc:sldLayoutMk cId="3074954578" sldId="2147483650"/>
          </pc:sldLayoutMkLst>
          <pc:spChg chg="mod">
            <ac:chgData name="Sam Khalil" userId="82cd1ec2-6208-465b-9d4d-40ce8f0cbf96" providerId="ADAL" clId="{651B6F30-EC96-2340-AD4B-07A6B9855D0C}" dt="2025-07-17T09:54:09.708" v="670"/>
            <ac:spMkLst>
              <pc:docMk/>
              <pc:sldMasterMk cId="2940896467" sldId="2147483648"/>
              <pc:sldLayoutMk cId="3074954578" sldId="2147483650"/>
              <ac:spMk id="2" creationId="{A5319A24-5E84-B92C-D93E-988EC46CF0CA}"/>
            </ac:spMkLst>
          </pc:spChg>
          <pc:spChg chg="mod">
            <ac:chgData name="Sam Khalil" userId="82cd1ec2-6208-465b-9d4d-40ce8f0cbf96" providerId="ADAL" clId="{651B6F30-EC96-2340-AD4B-07A6B9855D0C}" dt="2025-07-17T11:10:33.408" v="966" actId="20577"/>
            <ac:spMkLst>
              <pc:docMk/>
              <pc:sldMasterMk cId="2940896467" sldId="2147483648"/>
              <pc:sldLayoutMk cId="3074954578" sldId="2147483650"/>
              <ac:spMk id="3" creationId="{649A8D9E-9A31-2DFA-F71A-74A9240FA0B1}"/>
            </ac:spMkLst>
          </pc:spChg>
          <pc:spChg chg="mod">
            <ac:chgData name="Sam Khalil" userId="82cd1ec2-6208-465b-9d4d-40ce8f0cbf96" providerId="ADAL" clId="{651B6F30-EC96-2340-AD4B-07A6B9855D0C}" dt="2025-07-17T16:10:12.018" v="1195" actId="20577"/>
            <ac:spMkLst>
              <pc:docMk/>
              <pc:sldMasterMk cId="2940896467" sldId="2147483648"/>
              <pc:sldLayoutMk cId="3074954578" sldId="2147483650"/>
              <ac:spMk id="4" creationId="{097092C2-9408-32E2-1B17-858560948F97}"/>
            </ac:spMkLst>
          </pc:spChg>
          <pc:spChg chg="add del mod">
            <ac:chgData name="Sam Khalil" userId="82cd1ec2-6208-465b-9d4d-40ce8f0cbf96" providerId="ADAL" clId="{651B6F30-EC96-2340-AD4B-07A6B9855D0C}" dt="2025-07-17T11:14:27.957" v="971" actId="478"/>
            <ac:spMkLst>
              <pc:docMk/>
              <pc:sldMasterMk cId="2940896467" sldId="2147483648"/>
              <pc:sldLayoutMk cId="3074954578" sldId="2147483650"/>
              <ac:spMk id="5" creationId="{59EF2013-F952-FF54-0589-E05FCBA038F9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04.067" v="669"/>
          <pc:sldLayoutMkLst>
            <pc:docMk/>
            <pc:sldMasterMk cId="2940896467" sldId="2147483648"/>
            <pc:sldLayoutMk cId="996161729" sldId="2147483666"/>
          </pc:sldLayoutMkLst>
          <pc:spChg chg="mod">
            <ac:chgData name="Sam Khalil" userId="82cd1ec2-6208-465b-9d4d-40ce8f0cbf96" providerId="ADAL" clId="{651B6F30-EC96-2340-AD4B-07A6B9855D0C}" dt="2025-07-17T09:54:04.067" v="669"/>
            <ac:spMkLst>
              <pc:docMk/>
              <pc:sldMasterMk cId="2940896467" sldId="2147483648"/>
              <pc:sldLayoutMk cId="996161729" sldId="2147483666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2:50.624" v="469" actId="20577"/>
            <ac:spMkLst>
              <pc:docMk/>
              <pc:sldMasterMk cId="2940896467" sldId="2147483648"/>
              <pc:sldLayoutMk cId="996161729" sldId="2147483666"/>
              <ac:spMk id="15" creationId="{6AB10746-1273-02BA-C457-602DEDA7F5F4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02.244" v="668"/>
          <pc:sldLayoutMkLst>
            <pc:docMk/>
            <pc:sldMasterMk cId="2940896467" sldId="2147483648"/>
            <pc:sldLayoutMk cId="3100185760" sldId="2147483667"/>
          </pc:sldLayoutMkLst>
          <pc:spChg chg="mod">
            <ac:chgData name="Sam Khalil" userId="82cd1ec2-6208-465b-9d4d-40ce8f0cbf96" providerId="ADAL" clId="{651B6F30-EC96-2340-AD4B-07A6B9855D0C}" dt="2025-07-17T09:54:02.244" v="668"/>
            <ac:spMkLst>
              <pc:docMk/>
              <pc:sldMasterMk cId="2940896467" sldId="2147483648"/>
              <pc:sldLayoutMk cId="3100185760" sldId="2147483667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3:47.272" v="622" actId="20577"/>
            <ac:spMkLst>
              <pc:docMk/>
              <pc:sldMasterMk cId="2940896467" sldId="2147483648"/>
              <pc:sldLayoutMk cId="3100185760" sldId="2147483667"/>
              <ac:spMk id="3" creationId="{8A6FC6F2-80B4-49A7-9448-33FE2DF0E967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44.817" v="787" actId="20577"/>
          <pc:sldLayoutMkLst>
            <pc:docMk/>
            <pc:sldMasterMk cId="2940896467" sldId="2147483648"/>
            <pc:sldLayoutMk cId="2561689790" sldId="2147483668"/>
          </pc:sldLayoutMkLst>
          <pc:spChg chg="mod">
            <ac:chgData name="Sam Khalil" userId="82cd1ec2-6208-465b-9d4d-40ce8f0cbf96" providerId="ADAL" clId="{651B6F30-EC96-2340-AD4B-07A6B9855D0C}" dt="2025-07-17T09:53:58.655" v="667" actId="20577"/>
            <ac:spMkLst>
              <pc:docMk/>
              <pc:sldMasterMk cId="2940896467" sldId="2147483648"/>
              <pc:sldLayoutMk cId="2561689790" sldId="2147483668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4:44.817" v="787" actId="20577"/>
            <ac:spMkLst>
              <pc:docMk/>
              <pc:sldMasterMk cId="2940896467" sldId="2147483648"/>
              <pc:sldLayoutMk cId="2561689790" sldId="2147483668"/>
              <ac:spMk id="15" creationId="{5A63EF3E-EE23-DD43-1AAF-5ED1F44A28DD}"/>
            </ac:spMkLst>
          </pc:spChg>
        </pc:sldLayoutChg>
        <pc:sldLayoutChg chg="del">
          <pc:chgData name="Sam Khalil" userId="82cd1ec2-6208-465b-9d4d-40ce8f0cbf96" providerId="ADAL" clId="{651B6F30-EC96-2340-AD4B-07A6B9855D0C}" dt="2025-07-16T20:03:04.043" v="1" actId="2696"/>
          <pc:sldLayoutMkLst>
            <pc:docMk/>
            <pc:sldMasterMk cId="2940896467" sldId="2147483648"/>
            <pc:sldLayoutMk cId="3887426440" sldId="2147483669"/>
          </pc:sldLayoutMkLst>
        </pc:sldLayoutChg>
        <pc:sldLayoutChg chg="addSp delSp modSp mod">
          <pc:chgData name="Sam Khalil" userId="82cd1ec2-6208-465b-9d4d-40ce8f0cbf96" providerId="ADAL" clId="{651B6F30-EC96-2340-AD4B-07A6B9855D0C}" dt="2025-07-17T09:51:38.008" v="384" actId="20577"/>
          <pc:sldLayoutMkLst>
            <pc:docMk/>
            <pc:sldMasterMk cId="2940896467" sldId="2147483648"/>
            <pc:sldLayoutMk cId="976521419" sldId="2147483671"/>
          </pc:sldLayoutMkLst>
          <pc:spChg chg="add del">
            <ac:chgData name="Sam Khalil" userId="82cd1ec2-6208-465b-9d4d-40ce8f0cbf96" providerId="ADAL" clId="{651B6F30-EC96-2340-AD4B-07A6B9855D0C}" dt="2025-07-16T20:05:30.359" v="19" actId="11529"/>
            <ac:spMkLst>
              <pc:docMk/>
              <pc:sldMasterMk cId="2940896467" sldId="2147483648"/>
              <pc:sldLayoutMk cId="976521419" sldId="2147483671"/>
              <ac:spMk id="2" creationId="{3A6CAF80-5DD9-23A5-1ABF-4D93FF94E181}"/>
            </ac:spMkLst>
          </pc:spChg>
          <pc:spChg chg="add mod">
            <ac:chgData name="Sam Khalil" userId="82cd1ec2-6208-465b-9d4d-40ce8f0cbf96" providerId="ADAL" clId="{651B6F30-EC96-2340-AD4B-07A6B9855D0C}" dt="2025-07-17T09:03:56.085" v="152" actId="962"/>
            <ac:spMkLst>
              <pc:docMk/>
              <pc:sldMasterMk cId="2940896467" sldId="2147483648"/>
              <pc:sldLayoutMk cId="976521419" sldId="2147483671"/>
              <ac:spMk id="2" creationId="{451BA699-B22C-5269-513E-35DC959DE690}"/>
            </ac:spMkLst>
          </pc:spChg>
          <pc:spChg chg="add del">
            <ac:chgData name="Sam Khalil" userId="82cd1ec2-6208-465b-9d4d-40ce8f0cbf96" providerId="ADAL" clId="{651B6F30-EC96-2340-AD4B-07A6B9855D0C}" dt="2025-07-16T20:09:11.764" v="29" actId="11529"/>
            <ac:spMkLst>
              <pc:docMk/>
              <pc:sldMasterMk cId="2940896467" sldId="2147483648"/>
              <pc:sldLayoutMk cId="976521419" sldId="2147483671"/>
              <ac:spMk id="2" creationId="{75ED3873-1E7A-889E-06A1-08006230BB0F}"/>
            </ac:spMkLst>
          </pc:spChg>
          <pc:spChg chg="add del mod">
            <ac:chgData name="Sam Khalil" userId="82cd1ec2-6208-465b-9d4d-40ce8f0cbf96" providerId="ADAL" clId="{651B6F30-EC96-2340-AD4B-07A6B9855D0C}" dt="2025-07-16T20:10:32.867" v="79" actId="478"/>
            <ac:spMkLst>
              <pc:docMk/>
              <pc:sldMasterMk cId="2940896467" sldId="2147483648"/>
              <pc:sldLayoutMk cId="976521419" sldId="2147483671"/>
              <ac:spMk id="3" creationId="{00041EF7-62D8-57AD-657E-C0D07A8C89DB}"/>
            </ac:spMkLst>
          </pc:spChg>
          <pc:spChg chg="add del mod">
            <ac:chgData name="Sam Khalil" userId="82cd1ec2-6208-465b-9d4d-40ce8f0cbf96" providerId="ADAL" clId="{651B6F30-EC96-2340-AD4B-07A6B9855D0C}" dt="2025-07-16T20:05:39.462" v="20" actId="478"/>
            <ac:spMkLst>
              <pc:docMk/>
              <pc:sldMasterMk cId="2940896467" sldId="2147483648"/>
              <pc:sldLayoutMk cId="976521419" sldId="2147483671"/>
              <ac:spMk id="3" creationId="{3B63ED82-8A8B-D18D-4564-53A8FCFFC3CF}"/>
            </ac:spMkLst>
          </pc:spChg>
          <pc:spChg chg="add mod">
            <ac:chgData name="Sam Khalil" userId="82cd1ec2-6208-465b-9d4d-40ce8f0cbf96" providerId="ADAL" clId="{651B6F30-EC96-2340-AD4B-07A6B9855D0C}" dt="2025-07-17T09:51:08.809" v="311" actId="1076"/>
            <ac:spMkLst>
              <pc:docMk/>
              <pc:sldMasterMk cId="2940896467" sldId="2147483648"/>
              <pc:sldLayoutMk cId="976521419" sldId="2147483671"/>
              <ac:spMk id="5" creationId="{CBE66CB9-C849-3A55-3368-6C1666C50D4F}"/>
            </ac:spMkLst>
          </pc:spChg>
          <pc:spChg chg="add del mod">
            <ac:chgData name="Sam Khalil" userId="82cd1ec2-6208-465b-9d4d-40ce8f0cbf96" providerId="ADAL" clId="{651B6F30-EC96-2340-AD4B-07A6B9855D0C}" dt="2025-07-16T20:10:34.115" v="80" actId="478"/>
            <ac:spMkLst>
              <pc:docMk/>
              <pc:sldMasterMk cId="2940896467" sldId="2147483648"/>
              <pc:sldLayoutMk cId="976521419" sldId="2147483671"/>
              <ac:spMk id="6" creationId="{FB1D2D01-586E-14CE-4797-8F5742CF1EB4}"/>
            </ac:spMkLst>
          </pc:spChg>
          <pc:spChg chg="add del">
            <ac:chgData name="Sam Khalil" userId="82cd1ec2-6208-465b-9d4d-40ce8f0cbf96" providerId="ADAL" clId="{651B6F30-EC96-2340-AD4B-07A6B9855D0C}" dt="2025-07-16T20:10:10.377" v="61" actId="11529"/>
            <ac:spMkLst>
              <pc:docMk/>
              <pc:sldMasterMk cId="2940896467" sldId="2147483648"/>
              <pc:sldLayoutMk cId="976521419" sldId="2147483671"/>
              <ac:spMk id="7" creationId="{FE056DC3-538D-F364-B193-82122E4699F9}"/>
            </ac:spMkLst>
          </pc:spChg>
          <pc:spChg chg="add mod">
            <ac:chgData name="Sam Khalil" userId="82cd1ec2-6208-465b-9d4d-40ce8f0cbf96" providerId="ADAL" clId="{651B6F30-EC96-2340-AD4B-07A6B9855D0C}" dt="2025-07-17T09:51:24.028" v="341" actId="20577"/>
            <ac:spMkLst>
              <pc:docMk/>
              <pc:sldMasterMk cId="2940896467" sldId="2147483648"/>
              <pc:sldLayoutMk cId="976521419" sldId="2147483671"/>
              <ac:spMk id="8" creationId="{BFDDA68F-3F01-2EF4-5F5F-2DBCD3313533}"/>
            </ac:spMkLst>
          </pc:spChg>
          <pc:spChg chg="add mod">
            <ac:chgData name="Sam Khalil" userId="82cd1ec2-6208-465b-9d4d-40ce8f0cbf96" providerId="ADAL" clId="{651B6F30-EC96-2340-AD4B-07A6B9855D0C}" dt="2025-07-17T09:51:38.008" v="384" actId="20577"/>
            <ac:spMkLst>
              <pc:docMk/>
              <pc:sldMasterMk cId="2940896467" sldId="2147483648"/>
              <pc:sldLayoutMk cId="976521419" sldId="2147483671"/>
              <ac:spMk id="9" creationId="{755D5765-4853-2CD1-FD28-234442F507BD}"/>
            </ac:spMkLst>
          </pc:spChg>
          <pc:spChg chg="del">
            <ac:chgData name="Sam Khalil" userId="82cd1ec2-6208-465b-9d4d-40ce8f0cbf96" providerId="ADAL" clId="{651B6F30-EC96-2340-AD4B-07A6B9855D0C}" dt="2025-07-16T20:05:47.803" v="21" actId="478"/>
            <ac:spMkLst>
              <pc:docMk/>
              <pc:sldMasterMk cId="2940896467" sldId="2147483648"/>
              <pc:sldLayoutMk cId="976521419" sldId="2147483671"/>
              <ac:spMk id="10" creationId="{8C830669-7003-374B-4151-D47904C1A2D8}"/>
            </ac:spMkLst>
          </pc:spChg>
          <pc:spChg chg="del">
            <ac:chgData name="Sam Khalil" userId="82cd1ec2-6208-465b-9d4d-40ce8f0cbf96" providerId="ADAL" clId="{651B6F30-EC96-2340-AD4B-07A6B9855D0C}" dt="2025-07-16T20:09:05.088" v="27" actId="478"/>
            <ac:spMkLst>
              <pc:docMk/>
              <pc:sldMasterMk cId="2940896467" sldId="2147483648"/>
              <pc:sldLayoutMk cId="976521419" sldId="2147483671"/>
              <ac:spMk id="11" creationId="{876686D6-9C7D-E581-BCF7-DD6825BD535A}"/>
            </ac:spMkLst>
          </pc:spChg>
          <pc:spChg chg="del">
            <ac:chgData name="Sam Khalil" userId="82cd1ec2-6208-465b-9d4d-40ce8f0cbf96" providerId="ADAL" clId="{651B6F30-EC96-2340-AD4B-07A6B9855D0C}" dt="2025-07-16T20:09:06.437" v="28" actId="478"/>
            <ac:spMkLst>
              <pc:docMk/>
              <pc:sldMasterMk cId="2940896467" sldId="2147483648"/>
              <pc:sldLayoutMk cId="976521419" sldId="2147483671"/>
              <ac:spMk id="12" creationId="{B5526A54-B1E4-D97E-873D-C8FAFDC5486C}"/>
            </ac:spMkLst>
          </pc:spChg>
        </pc:sldLayoutChg>
        <pc:sldLayoutChg chg="modSp add mod ord modTransition">
          <pc:chgData name="Sam Khalil" userId="82cd1ec2-6208-465b-9d4d-40ce8f0cbf96" providerId="ADAL" clId="{651B6F30-EC96-2340-AD4B-07A6B9855D0C}" dt="2025-07-17T09:55:36.490" v="947" actId="20577"/>
          <pc:sldLayoutMkLst>
            <pc:docMk/>
            <pc:sldMasterMk cId="2940896467" sldId="2147483648"/>
            <pc:sldLayoutMk cId="374089928" sldId="2147483674"/>
          </pc:sldLayoutMkLst>
          <pc:spChg chg="mod">
            <ac:chgData name="Sam Khalil" userId="82cd1ec2-6208-465b-9d4d-40ce8f0cbf96" providerId="ADAL" clId="{651B6F30-EC96-2340-AD4B-07A6B9855D0C}" dt="2025-07-17T09:55:36.490" v="947" actId="20577"/>
            <ac:spMkLst>
              <pc:docMk/>
              <pc:sldMasterMk cId="2940896467" sldId="2147483648"/>
              <pc:sldLayoutMk cId="374089928" sldId="2147483674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48:07.019" v="272" actId="20577"/>
            <ac:spMkLst>
              <pc:docMk/>
              <pc:sldMasterMk cId="2940896467" sldId="2147483648"/>
              <pc:sldLayoutMk cId="374089928" sldId="2147483674"/>
              <ac:spMk id="3" creationId="{8A6FC6F2-80B4-49A7-9448-33FE2DF0E967}"/>
            </ac:spMkLst>
          </pc:spChg>
        </pc:sldLayoutChg>
        <pc:sldLayoutChg chg="addSp delSp modSp mod ord">
          <pc:chgData name="Sam Khalil" userId="82cd1ec2-6208-465b-9d4d-40ce8f0cbf96" providerId="ADAL" clId="{651B6F30-EC96-2340-AD4B-07A6B9855D0C}" dt="2025-07-17T16:52:43.058" v="1222" actId="20577"/>
          <pc:sldLayoutMkLst>
            <pc:docMk/>
            <pc:sldMasterMk cId="2940896467" sldId="2147483648"/>
            <pc:sldLayoutMk cId="1049941252" sldId="2147483675"/>
          </pc:sldLayoutMkLst>
          <pc:spChg chg="mod">
            <ac:chgData name="Sam Khalil" userId="82cd1ec2-6208-465b-9d4d-40ce8f0cbf96" providerId="ADAL" clId="{651B6F30-EC96-2340-AD4B-07A6B9855D0C}" dt="2025-07-17T11:14:31.169" v="972"/>
            <ac:spMkLst>
              <pc:docMk/>
              <pc:sldMasterMk cId="2940896467" sldId="2147483648"/>
              <pc:sldLayoutMk cId="1049941252" sldId="2147483675"/>
              <ac:spMk id="2" creationId="{3CD97974-B93C-4C96-B3F6-F69E3D6DE6CA}"/>
            </ac:spMkLst>
          </pc:spChg>
          <pc:spChg chg="del">
            <ac:chgData name="Sam Khalil" userId="82cd1ec2-6208-465b-9d4d-40ce8f0cbf96" providerId="ADAL" clId="{651B6F30-EC96-2340-AD4B-07A6B9855D0C}" dt="2025-07-17T11:14:37.253" v="974" actId="478"/>
            <ac:spMkLst>
              <pc:docMk/>
              <pc:sldMasterMk cId="2940896467" sldId="2147483648"/>
              <pc:sldLayoutMk cId="1049941252" sldId="2147483675"/>
              <ac:spMk id="3" creationId="{8A6FC6F2-80B4-49A7-9448-33FE2DF0E967}"/>
            </ac:spMkLst>
          </pc:spChg>
          <pc:spChg chg="add mod">
            <ac:chgData name="Sam Khalil" userId="82cd1ec2-6208-465b-9d4d-40ce8f0cbf96" providerId="ADAL" clId="{651B6F30-EC96-2340-AD4B-07A6B9855D0C}" dt="2025-07-17T16:43:09.084" v="1196" actId="962"/>
            <ac:spMkLst>
              <pc:docMk/>
              <pc:sldMasterMk cId="2940896467" sldId="2147483648"/>
              <pc:sldLayoutMk cId="1049941252" sldId="2147483675"/>
              <ac:spMk id="3" creationId="{B62AA6DB-552A-718F-DB54-C39FC857289E}"/>
            </ac:spMkLst>
          </pc:spChg>
          <pc:spChg chg="add mod">
            <ac:chgData name="Sam Khalil" userId="82cd1ec2-6208-465b-9d4d-40ce8f0cbf96" providerId="ADAL" clId="{651B6F30-EC96-2340-AD4B-07A6B9855D0C}" dt="2025-07-17T16:52:41.643" v="1221" actId="20577"/>
            <ac:spMkLst>
              <pc:docMk/>
              <pc:sldMasterMk cId="2940896467" sldId="2147483648"/>
              <pc:sldLayoutMk cId="1049941252" sldId="2147483675"/>
              <ac:spMk id="4" creationId="{127F3D65-4217-C7DF-99AC-5D0069212872}"/>
            </ac:spMkLst>
          </pc:spChg>
          <pc:spChg chg="add del">
            <ac:chgData name="Sam Khalil" userId="82cd1ec2-6208-465b-9d4d-40ce8f0cbf96" providerId="ADAL" clId="{651B6F30-EC96-2340-AD4B-07A6B9855D0C}" dt="2025-07-17T11:14:50.389" v="975" actId="11529"/>
            <ac:spMkLst>
              <pc:docMk/>
              <pc:sldMasterMk cId="2940896467" sldId="2147483648"/>
              <pc:sldLayoutMk cId="1049941252" sldId="2147483675"/>
              <ac:spMk id="4" creationId="{C88792CE-84C7-C068-C2A0-96B0DB0924E9}"/>
            </ac:spMkLst>
          </pc:spChg>
          <pc:spChg chg="add mod">
            <ac:chgData name="Sam Khalil" userId="82cd1ec2-6208-465b-9d4d-40ce8f0cbf96" providerId="ADAL" clId="{651B6F30-EC96-2340-AD4B-07A6B9855D0C}" dt="2025-07-17T16:43:18.506" v="1199" actId="962"/>
            <ac:spMkLst>
              <pc:docMk/>
              <pc:sldMasterMk cId="2940896467" sldId="2147483648"/>
              <pc:sldLayoutMk cId="1049941252" sldId="2147483675"/>
              <ac:spMk id="5" creationId="{3EC742A8-1DE0-BB3C-0CAC-88DE22F8BB50}"/>
            </ac:spMkLst>
          </pc:spChg>
          <pc:spChg chg="add del mod">
            <ac:chgData name="Sam Khalil" userId="82cd1ec2-6208-465b-9d4d-40ce8f0cbf96" providerId="ADAL" clId="{651B6F30-EC96-2340-AD4B-07A6B9855D0C}" dt="2025-07-17T11:14:59.072" v="976" actId="478"/>
            <ac:spMkLst>
              <pc:docMk/>
              <pc:sldMasterMk cId="2940896467" sldId="2147483648"/>
              <pc:sldLayoutMk cId="1049941252" sldId="2147483675"/>
              <ac:spMk id="5" creationId="{88AD5357-20EE-EB12-D254-E11CFBC1501D}"/>
            </ac:spMkLst>
          </pc:spChg>
          <pc:spChg chg="add del mod">
            <ac:chgData name="Sam Khalil" userId="82cd1ec2-6208-465b-9d4d-40ce8f0cbf96" providerId="ADAL" clId="{651B6F30-EC96-2340-AD4B-07A6B9855D0C}" dt="2025-07-17T16:52:34.116" v="1217" actId="20577"/>
            <ac:spMkLst>
              <pc:docMk/>
              <pc:sldMasterMk cId="2940896467" sldId="2147483648"/>
              <pc:sldLayoutMk cId="1049941252" sldId="2147483675"/>
              <ac:spMk id="6" creationId="{78C25294-674A-0237-57DC-CE5D5F857C77}"/>
            </ac:spMkLst>
          </pc:spChg>
          <pc:spChg chg="add del">
            <ac:chgData name="Sam Khalil" userId="82cd1ec2-6208-465b-9d4d-40ce8f0cbf96" providerId="ADAL" clId="{651B6F30-EC96-2340-AD4B-07A6B9855D0C}" dt="2025-07-17T11:15:12.429" v="977" actId="11529"/>
            <ac:spMkLst>
              <pc:docMk/>
              <pc:sldMasterMk cId="2940896467" sldId="2147483648"/>
              <pc:sldLayoutMk cId="1049941252" sldId="2147483675"/>
              <ac:spMk id="6" creationId="{AE10B823-812F-E9FB-89EA-A2452C4EBD71}"/>
            </ac:spMkLst>
          </pc:spChg>
          <pc:spChg chg="add mod">
            <ac:chgData name="Sam Khalil" userId="82cd1ec2-6208-465b-9d4d-40ce8f0cbf96" providerId="ADAL" clId="{651B6F30-EC96-2340-AD4B-07A6B9855D0C}" dt="2025-07-17T13:45:48.242" v="1146" actId="14861"/>
            <ac:spMkLst>
              <pc:docMk/>
              <pc:sldMasterMk cId="2940896467" sldId="2147483648"/>
              <pc:sldLayoutMk cId="1049941252" sldId="2147483675"/>
              <ac:spMk id="7" creationId="{B52E7DE5-AE9F-8300-785A-713154A75462}"/>
            </ac:spMkLst>
          </pc:spChg>
          <pc:spChg chg="add del">
            <ac:chgData name="Sam Khalil" userId="82cd1ec2-6208-465b-9d4d-40ce8f0cbf96" providerId="ADAL" clId="{651B6F30-EC96-2340-AD4B-07A6B9855D0C}" dt="2025-07-17T11:15:25.562" v="979" actId="11529"/>
            <ac:spMkLst>
              <pc:docMk/>
              <pc:sldMasterMk cId="2940896467" sldId="2147483648"/>
              <pc:sldLayoutMk cId="1049941252" sldId="2147483675"/>
              <ac:spMk id="8" creationId="{20B25644-6E6E-5187-E903-21AFB14645FA}"/>
            </ac:spMkLst>
          </pc:spChg>
          <pc:spChg chg="add mod">
            <ac:chgData name="Sam Khalil" userId="82cd1ec2-6208-465b-9d4d-40ce8f0cbf96" providerId="ADAL" clId="{651B6F30-EC96-2340-AD4B-07A6B9855D0C}" dt="2025-07-17T16:43:29.629" v="1204" actId="962"/>
            <ac:spMkLst>
              <pc:docMk/>
              <pc:sldMasterMk cId="2940896467" sldId="2147483648"/>
              <pc:sldLayoutMk cId="1049941252" sldId="2147483675"/>
              <ac:spMk id="8" creationId="{DCEA0E39-252E-0FD3-E342-D8B9B2DD48A8}"/>
            </ac:spMkLst>
          </pc:spChg>
          <pc:spChg chg="add mod">
            <ac:chgData name="Sam Khalil" userId="82cd1ec2-6208-465b-9d4d-40ce8f0cbf96" providerId="ADAL" clId="{651B6F30-EC96-2340-AD4B-07A6B9855D0C}" dt="2025-07-17T16:52:25.016" v="1206" actId="20577"/>
            <ac:spMkLst>
              <pc:docMk/>
              <pc:sldMasterMk cId="2940896467" sldId="2147483648"/>
              <pc:sldLayoutMk cId="1049941252" sldId="2147483675"/>
              <ac:spMk id="9" creationId="{07863F40-906D-B17E-DD34-0C4676049440}"/>
            </ac:spMkLst>
          </pc:spChg>
          <pc:spChg chg="add mod">
            <ac:chgData name="Sam Khalil" userId="82cd1ec2-6208-465b-9d4d-40ce8f0cbf96" providerId="ADAL" clId="{651B6F30-EC96-2340-AD4B-07A6B9855D0C}" dt="2025-07-17T13:46:00.573" v="1149" actId="14861"/>
            <ac:spMkLst>
              <pc:docMk/>
              <pc:sldMasterMk cId="2940896467" sldId="2147483648"/>
              <pc:sldLayoutMk cId="1049941252" sldId="2147483675"/>
              <ac:spMk id="10" creationId="{043770B4-6CFD-292F-F28C-20F74E151142}"/>
            </ac:spMkLst>
          </pc:spChg>
          <pc:spChg chg="add mod">
            <ac:chgData name="Sam Khalil" userId="82cd1ec2-6208-465b-9d4d-40ce8f0cbf96" providerId="ADAL" clId="{651B6F30-EC96-2340-AD4B-07A6B9855D0C}" dt="2025-07-17T16:52:43.058" v="1222" actId="20577"/>
            <ac:spMkLst>
              <pc:docMk/>
              <pc:sldMasterMk cId="2940896467" sldId="2147483648"/>
              <pc:sldLayoutMk cId="1049941252" sldId="2147483675"/>
              <ac:spMk id="11" creationId="{F718040C-7B8A-9487-484F-776F0815B5C6}"/>
            </ac:spMkLst>
          </pc:spChg>
          <pc:spChg chg="add mod">
            <ac:chgData name="Sam Khalil" userId="82cd1ec2-6208-465b-9d4d-40ce8f0cbf96" providerId="ADAL" clId="{651B6F30-EC96-2340-AD4B-07A6B9855D0C}" dt="2025-07-17T13:45:53.140" v="1147" actId="14861"/>
            <ac:spMkLst>
              <pc:docMk/>
              <pc:sldMasterMk cId="2940896467" sldId="2147483648"/>
              <pc:sldLayoutMk cId="1049941252" sldId="2147483675"/>
              <ac:spMk id="12" creationId="{C9C69509-EA90-629E-7594-6FF7D385A0E7}"/>
            </ac:spMkLst>
          </pc:spChg>
          <pc:spChg chg="add mod">
            <ac:chgData name="Sam Khalil" userId="82cd1ec2-6208-465b-9d4d-40ce8f0cbf96" providerId="ADAL" clId="{651B6F30-EC96-2340-AD4B-07A6B9855D0C}" dt="2025-07-17T16:52:27.742" v="1210" actId="20577"/>
            <ac:spMkLst>
              <pc:docMk/>
              <pc:sldMasterMk cId="2940896467" sldId="2147483648"/>
              <pc:sldLayoutMk cId="1049941252" sldId="2147483675"/>
              <ac:spMk id="13" creationId="{72AA8F7B-26F0-198C-F59E-D4EAAA390678}"/>
            </ac:spMkLst>
          </pc:spChg>
          <pc:spChg chg="add mod">
            <ac:chgData name="Sam Khalil" userId="82cd1ec2-6208-465b-9d4d-40ce8f0cbf96" providerId="ADAL" clId="{651B6F30-EC96-2340-AD4B-07A6B9855D0C}" dt="2025-07-17T16:52:38.759" v="1220" actId="20577"/>
            <ac:spMkLst>
              <pc:docMk/>
              <pc:sldMasterMk cId="2940896467" sldId="2147483648"/>
              <pc:sldLayoutMk cId="1049941252" sldId="2147483675"/>
              <ac:spMk id="14" creationId="{BCEDE17A-C31D-39B6-1DD5-DFF09F743405}"/>
            </ac:spMkLst>
          </pc:spChg>
          <pc:spChg chg="add del">
            <ac:chgData name="Sam Khalil" userId="82cd1ec2-6208-465b-9d4d-40ce8f0cbf96" providerId="ADAL" clId="{651B6F30-EC96-2340-AD4B-07A6B9855D0C}" dt="2025-07-17T11:22:51.021" v="1093" actId="22"/>
            <ac:spMkLst>
              <pc:docMk/>
              <pc:sldMasterMk cId="2940896467" sldId="2147483648"/>
              <pc:sldLayoutMk cId="1049941252" sldId="2147483675"/>
              <ac:spMk id="17" creationId="{2E234903-EB21-A931-C865-BDEC2E5B31D1}"/>
            </ac:spMkLst>
          </pc:spChg>
          <pc:picChg chg="add del mod">
            <ac:chgData name="Sam Khalil" userId="82cd1ec2-6208-465b-9d4d-40ce8f0cbf96" providerId="ADAL" clId="{651B6F30-EC96-2340-AD4B-07A6B9855D0C}" dt="2025-07-17T11:22:34.336" v="1091" actId="21"/>
            <ac:picMkLst>
              <pc:docMk/>
              <pc:sldMasterMk cId="2940896467" sldId="2147483648"/>
              <pc:sldLayoutMk cId="1049941252" sldId="2147483675"/>
              <ac:picMk id="15" creationId="{E6C7B655-A6EE-6FA6-4296-36011B8BF412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521F2A-B11E-40E0-8F26-7CD21B55A12D}" type="datetimeFigureOut">
              <a:t>7/17/25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479AB1-9406-4B3B-8154-61477E2F6E9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590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microsoft.com/office/2007/relationships/hdphoto" Target="../media/hdphoto1.wdp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18" Type="http://schemas.openxmlformats.org/officeDocument/2006/relationships/image" Target="../media/image11.png"/><Relationship Id="rId3" Type="http://schemas.openxmlformats.org/officeDocument/2006/relationships/image" Target="../media/image14.svg"/><Relationship Id="rId21" Type="http://schemas.openxmlformats.org/officeDocument/2006/relationships/image" Target="../media/image30.svg"/><Relationship Id="rId7" Type="http://schemas.openxmlformats.org/officeDocument/2006/relationships/image" Target="../media/image18.svg"/><Relationship Id="rId12" Type="http://schemas.openxmlformats.org/officeDocument/2006/relationships/image" Target="../media/image23.jpeg"/><Relationship Id="rId17" Type="http://schemas.openxmlformats.org/officeDocument/2006/relationships/image" Target="../media/image28.png"/><Relationship Id="rId2" Type="http://schemas.openxmlformats.org/officeDocument/2006/relationships/image" Target="../media/image13.png"/><Relationship Id="rId16" Type="http://schemas.openxmlformats.org/officeDocument/2006/relationships/image" Target="../media/image27.png"/><Relationship Id="rId20" Type="http://schemas.openxmlformats.org/officeDocument/2006/relationships/image" Target="../media/image2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svg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19" Type="http://schemas.openxmlformats.org/officeDocument/2006/relationships/image" Target="../media/image12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Relationship Id="rId14" Type="http://schemas.openxmlformats.org/officeDocument/2006/relationships/image" Target="../media/image25.jpe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Logo Start Slide - Should always be used as the first slide before any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pic>
        <p:nvPicPr>
          <p:cNvPr id="13" name="Picture 12" descr="A black and white logo&#10;&#10;AI-generated content may be incorrect.">
            <a:extLst>
              <a:ext uri="{FF2B5EF4-FFF2-40B4-BE49-F238E27FC236}">
                <a16:creationId xmlns:a16="http://schemas.microsoft.com/office/drawing/2014/main" id="{48287F40-8F49-C3BC-96A5-1296BCC2C2C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250"/>
          <a:stretch>
            <a:fillRect/>
          </a:stretch>
        </p:blipFill>
        <p:spPr>
          <a:xfrm>
            <a:off x="2397807" y="1446088"/>
            <a:ext cx="8090805" cy="350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7163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 and presenter na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sp>
        <p:nvSpPr>
          <p:cNvPr id="5" name="Title of the presentation">
            <a:extLst>
              <a:ext uri="{FF2B5EF4-FFF2-40B4-BE49-F238E27FC236}">
                <a16:creationId xmlns:a16="http://schemas.microsoft.com/office/drawing/2014/main" id="{CBE66CB9-C849-3A55-3368-6C1666C50D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3100" y="2626826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A short title with maximum 6-8 words</a:t>
            </a:r>
          </a:p>
        </p:txBody>
      </p:sp>
      <p:sp>
        <p:nvSpPr>
          <p:cNvPr id="8" name="Short Subtitle" descr="Subtitle">
            <a:extLst>
              <a:ext uri="{FF2B5EF4-FFF2-40B4-BE49-F238E27FC236}">
                <a16:creationId xmlns:a16="http://schemas.microsoft.com/office/drawing/2014/main" id="{BFDDA68F-3F01-2EF4-5F5F-2DBCD33135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3100" y="4138174"/>
            <a:ext cx="5967412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A short subtitle with maximum 5 words</a:t>
            </a:r>
          </a:p>
        </p:txBody>
      </p:sp>
      <p:sp>
        <p:nvSpPr>
          <p:cNvPr id="9" name="Presenter">
            <a:extLst>
              <a:ext uri="{FF2B5EF4-FFF2-40B4-BE49-F238E27FC236}">
                <a16:creationId xmlns:a16="http://schemas.microsoft.com/office/drawing/2014/main" id="{755D5765-4853-2CD1-FD28-234442F507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3100" y="5052574"/>
            <a:ext cx="5967412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Presenter name and title</a:t>
            </a:r>
          </a:p>
        </p:txBody>
      </p:sp>
      <p:sp>
        <p:nvSpPr>
          <p:cNvPr id="2" name="Random Animal Name here">
            <a:extLst>
              <a:ext uri="{FF2B5EF4-FFF2-40B4-BE49-F238E27FC236}">
                <a16:creationId xmlns:a16="http://schemas.microsoft.com/office/drawing/2014/main" id="{451BA699-B22C-5269-513E-35DC959DE6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51056" y="4483455"/>
            <a:ext cx="3271044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A random animal name here</a:t>
            </a:r>
          </a:p>
        </p:txBody>
      </p:sp>
    </p:spTree>
    <p:extLst>
      <p:ext uri="{BB962C8B-B14F-4D97-AF65-F5344CB8AC3E}">
        <p14:creationId xmlns:p14="http://schemas.microsoft.com/office/powerpoint/2010/main" val="9765214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y_ekona_slide Should be used as a slide after th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372FCEB-FEC1-18CC-54A6-09739A289B26}"/>
              </a:ext>
            </a:extLst>
          </p:cNvPr>
          <p:cNvSpPr/>
          <p:nvPr userDrawn="1"/>
        </p:nvSpPr>
        <p:spPr>
          <a:xfrm>
            <a:off x="7855153" y="2401368"/>
            <a:ext cx="3878223" cy="2385232"/>
          </a:xfrm>
          <a:prstGeom prst="roundRect">
            <a:avLst>
              <a:gd name="adj" fmla="val 4127"/>
            </a:avLst>
          </a:prstGeom>
          <a:solidFill>
            <a:schemeClr val="bg1">
              <a:lumMod val="85000"/>
              <a:alpha val="13425"/>
            </a:schemeClr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black and white logo&#10;&#10;AI-generated content may be incorrect.">
            <a:extLst>
              <a:ext uri="{FF2B5EF4-FFF2-40B4-BE49-F238E27FC236}">
                <a16:creationId xmlns:a16="http://schemas.microsoft.com/office/drawing/2014/main" id="{2CB979AF-52B6-8198-E16B-E489C26655C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681" y="420826"/>
            <a:ext cx="2062951" cy="8730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B54DAF-BA2D-A789-444C-FA860250E4C4}"/>
              </a:ext>
            </a:extLst>
          </p:cNvPr>
          <p:cNvSpPr txBox="1"/>
          <p:nvPr userDrawn="1"/>
        </p:nvSpPr>
        <p:spPr>
          <a:xfrm>
            <a:off x="537678" y="1243124"/>
            <a:ext cx="786517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WE BUILD YOUR AI</a:t>
            </a:r>
          </a:p>
          <a:p>
            <a:r>
              <a:rPr lang="en-US" sz="2400">
                <a:solidFill>
                  <a:srgbClr val="101826"/>
                </a:solidFill>
                <a:cs typeface="Arial" panose="020B0604020202020204" pitchFamily="34" charset="0"/>
              </a:rPr>
              <a:t>They deliver results you can trust.</a:t>
            </a:r>
            <a:endParaRPr lang="en-US" sz="2400">
              <a:solidFill>
                <a:srgbClr val="101826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EBCBDC-7DC7-57A3-68F3-C1F199D1F242}"/>
              </a:ext>
            </a:extLst>
          </p:cNvPr>
          <p:cNvSpPr/>
          <p:nvPr userDrawn="1"/>
        </p:nvSpPr>
        <p:spPr>
          <a:xfrm>
            <a:off x="1244178" y="2854019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architect and implement AI systems where specialized agents collaborate to tackle complex, real‑world workflows end‑to‑end.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172EA7-EE16-8BF8-D83B-8289FF215701}"/>
              </a:ext>
            </a:extLst>
          </p:cNvPr>
          <p:cNvSpPr txBox="1"/>
          <p:nvPr userDrawn="1"/>
        </p:nvSpPr>
        <p:spPr>
          <a:xfrm>
            <a:off x="1244178" y="2562020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MULTI-AGENTS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E97082-EE78-4A4A-9BA5-90CC786B29DF}"/>
              </a:ext>
            </a:extLst>
          </p:cNvPr>
          <p:cNvSpPr/>
          <p:nvPr userDrawn="1"/>
        </p:nvSpPr>
        <p:spPr>
          <a:xfrm>
            <a:off x="1244178" y="4064637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automate your systems from reproducible experimentation to continuous testing, ensuring your models &amp; Agents stay performant, monitored and compliant in production.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AD454B-708B-C32D-9945-96B09BE516CA}"/>
              </a:ext>
            </a:extLst>
          </p:cNvPr>
          <p:cNvSpPr txBox="1"/>
          <p:nvPr userDrawn="1"/>
        </p:nvSpPr>
        <p:spPr>
          <a:xfrm>
            <a:off x="1244178" y="3664527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&amp; ML Infrastructure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2DA866-5869-7DF3-B720-22AF42CEED04}"/>
              </a:ext>
            </a:extLst>
          </p:cNvPr>
          <p:cNvSpPr/>
          <p:nvPr userDrawn="1"/>
        </p:nvSpPr>
        <p:spPr>
          <a:xfrm>
            <a:off x="1244178" y="5274423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translate technical capability into business value, build roadmaps, ROI evaluation, and risk‑aware governance frameworks that align multi‑agent solutions with your organization’s goals.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DBB755-0FD4-D1C9-DC17-4BA387134BBB}"/>
              </a:ext>
            </a:extLst>
          </p:cNvPr>
          <p:cNvSpPr txBox="1"/>
          <p:nvPr userDrawn="1"/>
        </p:nvSpPr>
        <p:spPr>
          <a:xfrm>
            <a:off x="1244178" y="4874313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STRATEGY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C724FB-B7D0-20F8-923C-E4CD8D9194CA}"/>
              </a:ext>
            </a:extLst>
          </p:cNvPr>
          <p:cNvSpPr txBox="1"/>
          <p:nvPr userDrawn="1"/>
        </p:nvSpPr>
        <p:spPr>
          <a:xfrm>
            <a:off x="7944857" y="2525381"/>
            <a:ext cx="378851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cs typeface="Arial" panose="020B0604020202020204" pitchFamily="34" charset="0"/>
              </a:rPr>
              <a:t>WE PARTNER WITH CLIENTS FROM LARGE ORGANIZATIONS TO STARTUPS</a:t>
            </a:r>
          </a:p>
        </p:txBody>
      </p:sp>
      <p:pic>
        <p:nvPicPr>
          <p:cNvPr id="14" name="Graphic 13" descr="Anger Symbol with solid fill">
            <a:extLst>
              <a:ext uri="{FF2B5EF4-FFF2-40B4-BE49-F238E27FC236}">
                <a16:creationId xmlns:a16="http://schemas.microsoft.com/office/drawing/2014/main" id="{981C10B9-9817-EB54-2841-E3C1D957E14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54583" y="3953226"/>
            <a:ext cx="914400" cy="914400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A4B69331-9158-072D-86DF-19E93D7C2AE4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6293" y="2597291"/>
            <a:ext cx="513455" cy="513455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CA1A46BA-E73A-FB0F-6C12-2862B3B16A45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292" y="3747255"/>
            <a:ext cx="513455" cy="513455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50EBEA3C-7EFB-46CC-7FFC-F871C4B12FA2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6292" y="4948495"/>
            <a:ext cx="513455" cy="51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9904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y_ekona_slide_2 - Should be used as a slide after the first why ekon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49D92DF9-4B98-A01C-A7B1-352C8B146E6F}"/>
              </a:ext>
            </a:extLst>
          </p:cNvPr>
          <p:cNvSpPr txBox="1"/>
          <p:nvPr userDrawn="1"/>
        </p:nvSpPr>
        <p:spPr>
          <a:xfrm>
            <a:off x="398954" y="385127"/>
            <a:ext cx="1144551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600" b="1" dirty="0"/>
              <a:t>Why ekona</a:t>
            </a:r>
            <a:endParaRPr lang="en-US" sz="3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76CCEB-1818-1860-AAF8-7A1CA815CF36}"/>
              </a:ext>
            </a:extLst>
          </p:cNvPr>
          <p:cNvSpPr txBox="1"/>
          <p:nvPr userDrawn="1"/>
        </p:nvSpPr>
        <p:spPr>
          <a:xfrm>
            <a:off x="1318169" y="1337258"/>
            <a:ext cx="6152972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b="1" i="0" dirty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Deep</a:t>
            </a:r>
            <a:r>
              <a:rPr lang="en-US" b="1" dirty="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b="1" i="0" dirty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 Expertise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CF71B3-5882-0ACA-8F0C-E597CF37495F}"/>
              </a:ext>
            </a:extLst>
          </p:cNvPr>
          <p:cNvSpPr txBox="1"/>
          <p:nvPr userDrawn="1"/>
        </p:nvSpPr>
        <p:spPr>
          <a:xfrm>
            <a:off x="1318169" y="2951486"/>
            <a:ext cx="6152972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>
              <a:buNone/>
            </a:pPr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Proven </a:t>
            </a:r>
            <a:r>
              <a:rPr lang="en-US" b="1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Multi-agent</a:t>
            </a:r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 Track Record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0FC3E6-58A5-9CD0-8116-16B821E0D0D2}"/>
              </a:ext>
            </a:extLst>
          </p:cNvPr>
          <p:cNvSpPr txBox="1"/>
          <p:nvPr userDrawn="1"/>
        </p:nvSpPr>
        <p:spPr>
          <a:xfrm>
            <a:off x="931492" y="1708438"/>
            <a:ext cx="4797039" cy="7386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400" dirty="0"/>
              <a:t>We bring hands-on experience from multiple industries, facing similar challenges with documentation and maintenance of correct manuals. </a:t>
            </a:r>
            <a:endParaRPr lang="en-US" sz="1400" dirty="0">
              <a:ea typeface="Calibri"/>
              <a:cs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ABC5C1-7F24-0E88-1FBE-F391A1D6443E}"/>
              </a:ext>
            </a:extLst>
          </p:cNvPr>
          <p:cNvSpPr txBox="1"/>
          <p:nvPr userDrawn="1"/>
        </p:nvSpPr>
        <p:spPr>
          <a:xfrm>
            <a:off x="931492" y="3324512"/>
            <a:ext cx="4797039" cy="7386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400" b="0" i="0">
                <a:effectLst/>
                <a:cs typeface="Calibri"/>
              </a:rPr>
              <a:t>Our team has delivered </a:t>
            </a:r>
            <a:r>
              <a:rPr lang="en-US" sz="1400">
                <a:cs typeface="Calibri"/>
              </a:rPr>
              <a:t>multiple</a:t>
            </a:r>
            <a:r>
              <a:rPr lang="en-US" sz="1400" b="0" i="0">
                <a:effectLst/>
                <a:cs typeface="Calibri"/>
              </a:rPr>
              <a:t> enterprise-grade </a:t>
            </a:r>
            <a:r>
              <a:rPr lang="en-US" sz="1400">
                <a:cs typeface="Calibri"/>
              </a:rPr>
              <a:t>Multi-agent products</a:t>
            </a:r>
            <a:r>
              <a:rPr lang="en-US" sz="1400" b="0" i="0">
                <a:effectLst/>
                <a:cs typeface="Calibri"/>
              </a:rPr>
              <a:t> across pharma, retail, and industrial sectors tailored to real-world production needs and scaled for impact.</a:t>
            </a:r>
            <a:endParaRPr lang="en-US" sz="1400">
              <a:cs typeface="Calibri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583127-2AD4-6B03-1813-71A4E76C8329}"/>
              </a:ext>
            </a:extLst>
          </p:cNvPr>
          <p:cNvSpPr txBox="1"/>
          <p:nvPr userDrawn="1"/>
        </p:nvSpPr>
        <p:spPr>
          <a:xfrm>
            <a:off x="1318168" y="4598939"/>
            <a:ext cx="4623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Top Talent, Lean Team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C77D6C-536D-288A-9A07-AE2C0979AAAF}"/>
              </a:ext>
            </a:extLst>
          </p:cNvPr>
          <p:cNvSpPr txBox="1"/>
          <p:nvPr userDrawn="1"/>
        </p:nvSpPr>
        <p:spPr>
          <a:xfrm>
            <a:off x="905573" y="5032463"/>
            <a:ext cx="47258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 senior-led, cross-functional squad ensures rapid delivery and tight feedback loops, with fewer handoffs, faster iteration, and lower total cost of ownership.</a:t>
            </a:r>
            <a:endParaRPr lang="en-US" sz="14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DF3F49-B1AD-72D3-895F-DCC4FB73D793}"/>
              </a:ext>
            </a:extLst>
          </p:cNvPr>
          <p:cNvSpPr txBox="1"/>
          <p:nvPr userDrawn="1"/>
        </p:nvSpPr>
        <p:spPr>
          <a:xfrm>
            <a:off x="7271046" y="1339106"/>
            <a:ext cx="4573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Built for Production from Day one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001DDF-FBDF-E249-6F7B-99181D69AC28}"/>
              </a:ext>
            </a:extLst>
          </p:cNvPr>
          <p:cNvSpPr txBox="1"/>
          <p:nvPr userDrawn="1"/>
        </p:nvSpPr>
        <p:spPr>
          <a:xfrm>
            <a:off x="6929214" y="1708437"/>
            <a:ext cx="47970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Security, compliance, and monitoring are embedded from the start, not retrofitted later. Our mindset is production-first, not prototype-first.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912470-7B43-22A2-00D0-17B9520EA500}"/>
              </a:ext>
            </a:extLst>
          </p:cNvPr>
          <p:cNvSpPr txBox="1"/>
          <p:nvPr userDrawn="1"/>
        </p:nvSpPr>
        <p:spPr>
          <a:xfrm>
            <a:off x="7295430" y="2907227"/>
            <a:ext cx="4573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 True Partner, Not Just a Vendor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4101A6-1B1B-4243-E876-B17CEA780A39}"/>
              </a:ext>
            </a:extLst>
          </p:cNvPr>
          <p:cNvSpPr txBox="1"/>
          <p:nvPr userDrawn="1"/>
        </p:nvSpPr>
        <p:spPr>
          <a:xfrm>
            <a:off x="6929214" y="3283946"/>
            <a:ext cx="47970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We co-create with your teams, share knowledge openly, and avoid vendor lock-in through open standards and transparent design. Our goal is long-term capability, not dependency.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BBAD7591-F744-4098-E06F-543F90015B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9520" y="1270462"/>
            <a:ext cx="506619" cy="506619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95D0FA04-3AB7-EAAA-0E84-5E95CEFF0D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40202" y="1261195"/>
            <a:ext cx="506619" cy="506619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D2732E4D-CDD3-0A02-898B-AAE31D61CD9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9520" y="2886536"/>
            <a:ext cx="506619" cy="506619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327537E7-188C-632A-88A4-0CDB609626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8954" y="4566590"/>
            <a:ext cx="506619" cy="506619"/>
          </a:xfrm>
          <a:prstGeom prst="rect">
            <a:avLst/>
          </a:prstGeom>
        </p:spPr>
      </p:pic>
      <p:pic>
        <p:nvPicPr>
          <p:cNvPr id="32" name="Graphic 31">
            <a:extLst>
              <a:ext uri="{FF2B5EF4-FFF2-40B4-BE49-F238E27FC236}">
                <a16:creationId xmlns:a16="http://schemas.microsoft.com/office/drawing/2014/main" id="{E9A888FE-DFD9-54E1-04FD-46DD1AB731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40202" y="2863970"/>
            <a:ext cx="506619" cy="506619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4538602-E74E-0718-5FA7-047BC0C9B4D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3538" y="2983837"/>
            <a:ext cx="304631" cy="304631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5E7BF02C-615A-3088-AF8E-15E632D4745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3537" y="4631290"/>
            <a:ext cx="304631" cy="304631"/>
          </a:xfrm>
          <a:prstGeom prst="rect">
            <a:avLst/>
          </a:prstGeom>
        </p:spPr>
      </p:pic>
      <p:pic>
        <p:nvPicPr>
          <p:cNvPr id="35" name="Graphic 34">
            <a:extLst>
              <a:ext uri="{FF2B5EF4-FFF2-40B4-BE49-F238E27FC236}">
                <a16:creationId xmlns:a16="http://schemas.microsoft.com/office/drawing/2014/main" id="{5AA8A8E1-06B7-4373-90E9-1E30C3724DEB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22862" y="1368929"/>
            <a:ext cx="305989" cy="305989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159525F5-F14E-A4CB-D96F-FF4281DDC8E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966415" y="2955271"/>
            <a:ext cx="304631" cy="304631"/>
          </a:xfrm>
          <a:prstGeom prst="rect">
            <a:avLst/>
          </a:prstGeom>
        </p:spPr>
      </p:pic>
      <p:pic>
        <p:nvPicPr>
          <p:cNvPr id="37" name="Picture 36" descr="Download IKEA Logo in SVG Vector or PNG File Format - Logo.wine">
            <a:extLst>
              <a:ext uri="{FF2B5EF4-FFF2-40B4-BE49-F238E27FC236}">
                <a16:creationId xmlns:a16="http://schemas.microsoft.com/office/drawing/2014/main" id="{21C476F9-E6D3-0A4B-C426-8A1E5FB20E1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7067636" y="4898362"/>
            <a:ext cx="853861" cy="809619"/>
          </a:xfrm>
          <a:prstGeom prst="rect">
            <a:avLst/>
          </a:prstGeom>
          <a:ln>
            <a:noFill/>
          </a:ln>
        </p:spPr>
      </p:pic>
      <p:pic>
        <p:nvPicPr>
          <p:cNvPr id="38" name="Picture 37" descr="Novo Nordisk - Wikipedia">
            <a:extLst>
              <a:ext uri="{FF2B5EF4-FFF2-40B4-BE49-F238E27FC236}">
                <a16:creationId xmlns:a16="http://schemas.microsoft.com/office/drawing/2014/main" id="{F2D5E519-A47C-7694-5CD1-E81E57C25B5D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9212971" y="5032463"/>
            <a:ext cx="853860" cy="623807"/>
          </a:xfrm>
          <a:prstGeom prst="rect">
            <a:avLst/>
          </a:prstGeom>
          <a:ln>
            <a:noFill/>
          </a:ln>
        </p:spPr>
      </p:pic>
      <p:pic>
        <p:nvPicPr>
          <p:cNvPr id="39" name="Picture 38" descr="Volvo Logo PNG Vectors Free Download">
            <a:extLst>
              <a:ext uri="{FF2B5EF4-FFF2-40B4-BE49-F238E27FC236}">
                <a16:creationId xmlns:a16="http://schemas.microsoft.com/office/drawing/2014/main" id="{72E483E8-247A-32FF-E55C-B3B693F060F8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8145802" y="5008424"/>
            <a:ext cx="596239" cy="605209"/>
          </a:xfrm>
          <a:prstGeom prst="rect">
            <a:avLst/>
          </a:prstGeom>
          <a:ln>
            <a:noFill/>
          </a:ln>
        </p:spPr>
      </p:pic>
      <p:pic>
        <p:nvPicPr>
          <p:cNvPr id="40" name="Picture 39" descr="Tetra Laval | Tetra Laval">
            <a:extLst>
              <a:ext uri="{FF2B5EF4-FFF2-40B4-BE49-F238E27FC236}">
                <a16:creationId xmlns:a16="http://schemas.microsoft.com/office/drawing/2014/main" id="{76DB1012-F4EF-F66E-9015-3D60A0635AF3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7022862" y="5656778"/>
            <a:ext cx="1635687" cy="207535"/>
          </a:xfrm>
          <a:prstGeom prst="rect">
            <a:avLst/>
          </a:prstGeom>
          <a:ln>
            <a:noFill/>
          </a:ln>
        </p:spPr>
      </p:pic>
      <p:pic>
        <p:nvPicPr>
          <p:cNvPr id="41" name="Picture 40" descr="Novartis Logo, symbol, meaning, history ...">
            <a:extLst>
              <a:ext uri="{FF2B5EF4-FFF2-40B4-BE49-F238E27FC236}">
                <a16:creationId xmlns:a16="http://schemas.microsoft.com/office/drawing/2014/main" id="{AD420B4B-954A-D141-F1E8-0FE269447133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10075017" y="5109625"/>
            <a:ext cx="859887" cy="508778"/>
          </a:xfrm>
          <a:prstGeom prst="rect">
            <a:avLst/>
          </a:prstGeom>
          <a:ln>
            <a:noFill/>
          </a:ln>
        </p:spPr>
      </p:pic>
      <p:pic>
        <p:nvPicPr>
          <p:cNvPr id="42" name="Google Shape;920;p15">
            <a:extLst>
              <a:ext uri="{FF2B5EF4-FFF2-40B4-BE49-F238E27FC236}">
                <a16:creationId xmlns:a16="http://schemas.microsoft.com/office/drawing/2014/main" id="{A3FE8608-9DB4-ACFD-20F0-E31C800B57D1}"/>
              </a:ext>
            </a:extLst>
          </p:cNvPr>
          <p:cNvPicPr preferRelativeResize="0"/>
          <p:nvPr userDrawn="1"/>
        </p:nvPicPr>
        <p:blipFill rotWithShape="1">
          <a:blip r:embed="rId17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179458" y="5700588"/>
            <a:ext cx="1755446" cy="163725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E242BD1-E8F0-2635-BF7D-9643DA4A8844}"/>
              </a:ext>
            </a:extLst>
          </p:cNvPr>
          <p:cNvSpPr txBox="1"/>
          <p:nvPr userDrawn="1"/>
        </p:nvSpPr>
        <p:spPr>
          <a:xfrm>
            <a:off x="7259158" y="4631751"/>
            <a:ext cx="4797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101826"/>
                </a:solidFill>
              </a:rPr>
              <a:t>Over 15 years of expertise in top 500 companies</a:t>
            </a:r>
            <a:endParaRPr lang="en-US"/>
          </a:p>
        </p:txBody>
      </p:sp>
      <p:pic>
        <p:nvPicPr>
          <p:cNvPr id="44" name="Graphic 43">
            <a:extLst>
              <a:ext uri="{FF2B5EF4-FFF2-40B4-BE49-F238E27FC236}">
                <a16:creationId xmlns:a16="http://schemas.microsoft.com/office/drawing/2014/main" id="{B215E11D-C506-B6AF-57D4-6EDD9DBD59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9930" y="4570494"/>
            <a:ext cx="506619" cy="506619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65D7D50D-033A-59ED-8EEA-390729267733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80926" y="4671079"/>
            <a:ext cx="275608" cy="275608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3AFCA702-B7A3-1F38-1616-7308C99E9BDE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81529" y="1333500"/>
            <a:ext cx="359228" cy="373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6698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Picture 16:9 ">
            <a:extLst>
              <a:ext uri="{FF2B5EF4-FFF2-40B4-BE49-F238E27FC236}">
                <a16:creationId xmlns:a16="http://schemas.microsoft.com/office/drawing/2014/main" id="{6AB10746-1273-02BA-C457-602DEDA7F5F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16:9 picture</a:t>
            </a:r>
          </a:p>
        </p:txBody>
      </p:sp>
    </p:spTree>
    <p:extLst>
      <p:ext uri="{BB962C8B-B14F-4D97-AF65-F5344CB8AC3E}">
        <p14:creationId xmlns:p14="http://schemas.microsoft.com/office/powerpoint/2010/main" val="9961617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3" name="Text Content taking all the slide horizontally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Content can be either a long paragraph, bullet points or a table. It can also be a mix, with no more than 50 words.</a:t>
            </a:r>
          </a:p>
        </p:txBody>
      </p:sp>
    </p:spTree>
    <p:extLst>
      <p:ext uri="{BB962C8B-B14F-4D97-AF65-F5344CB8AC3E}">
        <p14:creationId xmlns:p14="http://schemas.microsoft.com/office/powerpoint/2010/main" val="3100185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Large Chart horizontal">
            <a:extLst>
              <a:ext uri="{FF2B5EF4-FFF2-40B4-BE49-F238E27FC236}">
                <a16:creationId xmlns:a16="http://schemas.microsoft.com/office/drawing/2014/main" id="{5A63EF3E-EE23-DD43-1AAF-5ED1F44A28DD}"/>
              </a:ext>
            </a:extLst>
          </p:cNvPr>
          <p:cNvSpPr>
            <a:spLocks noGrp="1"/>
          </p:cNvSpPr>
          <p:nvPr>
            <p:ph type="chart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An excel chart inserted in a slide. Needs to have a proper chart title, annotations and colors.</a:t>
            </a:r>
          </a:p>
        </p:txBody>
      </p:sp>
    </p:spTree>
    <p:extLst>
      <p:ext uri="{BB962C8B-B14F-4D97-AF65-F5344CB8AC3E}">
        <p14:creationId xmlns:p14="http://schemas.microsoft.com/office/powerpoint/2010/main" val="2561689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5319A24-5E84-B92C-D93E-988EC46CF0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3" name="Text Content first column (half the slide)">
            <a:extLst>
              <a:ext uri="{FF2B5EF4-FFF2-40B4-BE49-F238E27FC236}">
                <a16:creationId xmlns:a16="http://schemas.microsoft.com/office/drawing/2014/main" id="{649A8D9E-9A31-2DFA-F71A-74A9240FA0B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1000" y="1825625"/>
            <a:ext cx="5715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First of two columns on a slide split in half. Content can be either paragraphs of text, bullet points or a table. Max 20-30 words.</a:t>
            </a:r>
          </a:p>
        </p:txBody>
      </p:sp>
      <p:sp>
        <p:nvSpPr>
          <p:cNvPr id="4" name="Text Content second column (half the slide)">
            <a:extLst>
              <a:ext uri="{FF2B5EF4-FFF2-40B4-BE49-F238E27FC236}">
                <a16:creationId xmlns:a16="http://schemas.microsoft.com/office/drawing/2014/main" id="{097092C2-9408-32E2-1B17-858560948F9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87440" y="1825625"/>
            <a:ext cx="562356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Second of two columns on a slide split in half. Content can be either paragraphs of text, bullet points or a table. Max 20-30 words. Keep same style as in the first column.</a:t>
            </a:r>
          </a:p>
        </p:txBody>
      </p:sp>
    </p:spTree>
    <p:extLst>
      <p:ext uri="{BB962C8B-B14F-4D97-AF65-F5344CB8AC3E}">
        <p14:creationId xmlns:p14="http://schemas.microsoft.com/office/powerpoint/2010/main" val="30749545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6 icons and short text as a list of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7" name="Icon 1">
            <a:extLst>
              <a:ext uri="{FF2B5EF4-FFF2-40B4-BE49-F238E27FC236}">
                <a16:creationId xmlns:a16="http://schemas.microsoft.com/office/drawing/2014/main" id="{B52E7DE5-AE9F-8300-785A-713154A754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000" y="2282909"/>
            <a:ext cx="830263" cy="74612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Icon1</a:t>
            </a:r>
          </a:p>
        </p:txBody>
      </p:sp>
      <p:sp>
        <p:nvSpPr>
          <p:cNvPr id="9" name="Text Beside Icon 1">
            <a:extLst>
              <a:ext uri="{FF2B5EF4-FFF2-40B4-BE49-F238E27FC236}">
                <a16:creationId xmlns:a16="http://schemas.microsoft.com/office/drawing/2014/main" id="{07863F40-906D-B17E-DD34-0C467604944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08100" y="2275808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1 maximum 8 words</a:t>
            </a:r>
          </a:p>
        </p:txBody>
      </p:sp>
      <p:sp>
        <p:nvSpPr>
          <p:cNvPr id="10" name="Icon 2">
            <a:extLst>
              <a:ext uri="{FF2B5EF4-FFF2-40B4-BE49-F238E27FC236}">
                <a16:creationId xmlns:a16="http://schemas.microsoft.com/office/drawing/2014/main" id="{043770B4-6CFD-292F-F28C-20F74E15114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34162" y="2266198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 dirty="0"/>
              <a:t>Icon 2</a:t>
            </a:r>
          </a:p>
        </p:txBody>
      </p:sp>
      <p:sp>
        <p:nvSpPr>
          <p:cNvPr id="11" name="Text Beside Icon 2">
            <a:extLst>
              <a:ext uri="{FF2B5EF4-FFF2-40B4-BE49-F238E27FC236}">
                <a16:creationId xmlns:a16="http://schemas.microsoft.com/office/drawing/2014/main" id="{F718040C-7B8A-9487-484F-776F0815B5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561262" y="2259097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2 maximum 8 words</a:t>
            </a:r>
          </a:p>
        </p:txBody>
      </p:sp>
      <p:sp>
        <p:nvSpPr>
          <p:cNvPr id="12" name="Icon 3">
            <a:extLst>
              <a:ext uri="{FF2B5EF4-FFF2-40B4-BE49-F238E27FC236}">
                <a16:creationId xmlns:a16="http://schemas.microsoft.com/office/drawing/2014/main" id="{C9C69509-EA90-629E-7594-6FF7D385A0E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81000" y="3333667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3</a:t>
            </a:r>
          </a:p>
        </p:txBody>
      </p:sp>
      <p:sp>
        <p:nvSpPr>
          <p:cNvPr id="13" name="Text Beside Icon 3">
            <a:extLst>
              <a:ext uri="{FF2B5EF4-FFF2-40B4-BE49-F238E27FC236}">
                <a16:creationId xmlns:a16="http://schemas.microsoft.com/office/drawing/2014/main" id="{72AA8F7B-26F0-198C-F59E-D4EAAA3906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08100" y="3326566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3 maximum 8 words</a:t>
            </a:r>
          </a:p>
        </p:txBody>
      </p:sp>
      <p:sp>
        <p:nvSpPr>
          <p:cNvPr id="3" name="Icon 4">
            <a:extLst>
              <a:ext uri="{FF2B5EF4-FFF2-40B4-BE49-F238E27FC236}">
                <a16:creationId xmlns:a16="http://schemas.microsoft.com/office/drawing/2014/main" id="{B62AA6DB-552A-718F-DB54-C39FC857289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634162" y="3316956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4</a:t>
            </a:r>
          </a:p>
        </p:txBody>
      </p:sp>
      <p:sp>
        <p:nvSpPr>
          <p:cNvPr id="4" name="Text Beside Icon 4">
            <a:extLst>
              <a:ext uri="{FF2B5EF4-FFF2-40B4-BE49-F238E27FC236}">
                <a16:creationId xmlns:a16="http://schemas.microsoft.com/office/drawing/2014/main" id="{127F3D65-4217-C7DF-99AC-5D00692128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61262" y="3309855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4 maximum 8 words</a:t>
            </a:r>
          </a:p>
        </p:txBody>
      </p:sp>
      <p:sp>
        <p:nvSpPr>
          <p:cNvPr id="5" name="Icon 5">
            <a:extLst>
              <a:ext uri="{FF2B5EF4-FFF2-40B4-BE49-F238E27FC236}">
                <a16:creationId xmlns:a16="http://schemas.microsoft.com/office/drawing/2014/main" id="{3EC742A8-1DE0-BB3C-0CAC-88DE22F8BB5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81000" y="4360613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5</a:t>
            </a:r>
          </a:p>
        </p:txBody>
      </p:sp>
      <p:sp>
        <p:nvSpPr>
          <p:cNvPr id="6" name="Text Beside Icon 5">
            <a:extLst>
              <a:ext uri="{FF2B5EF4-FFF2-40B4-BE49-F238E27FC236}">
                <a16:creationId xmlns:a16="http://schemas.microsoft.com/office/drawing/2014/main" id="{78C25294-674A-0237-57DC-CE5D5F857C7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8100" y="4353512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5 maximum 8 words</a:t>
            </a:r>
          </a:p>
        </p:txBody>
      </p:sp>
      <p:sp>
        <p:nvSpPr>
          <p:cNvPr id="8" name="Icon 6">
            <a:extLst>
              <a:ext uri="{FF2B5EF4-FFF2-40B4-BE49-F238E27FC236}">
                <a16:creationId xmlns:a16="http://schemas.microsoft.com/office/drawing/2014/main" id="{DCEA0E39-252E-0FD3-E342-D8B9B2DD48A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634162" y="4343902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6</a:t>
            </a:r>
          </a:p>
        </p:txBody>
      </p:sp>
      <p:sp>
        <p:nvSpPr>
          <p:cNvPr id="14" name="Text Beside Icon 6">
            <a:extLst>
              <a:ext uri="{FF2B5EF4-FFF2-40B4-BE49-F238E27FC236}">
                <a16:creationId xmlns:a16="http://schemas.microsoft.com/office/drawing/2014/main" id="{BCEDE17A-C31D-39B6-1DD5-DFF09F74340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561262" y="4336801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6 maximum 8 words</a:t>
            </a:r>
          </a:p>
        </p:txBody>
      </p:sp>
    </p:spTree>
    <p:extLst>
      <p:ext uri="{BB962C8B-B14F-4D97-AF65-F5344CB8AC3E}">
        <p14:creationId xmlns:p14="http://schemas.microsoft.com/office/powerpoint/2010/main" val="1049941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Short and clear conclusion Title</a:t>
            </a:r>
          </a:p>
        </p:txBody>
      </p:sp>
      <p:sp>
        <p:nvSpPr>
          <p:cNvPr id="3" name="Conclusion text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bulleted list of items and a short conclusion text</a:t>
            </a:r>
          </a:p>
        </p:txBody>
      </p:sp>
    </p:spTree>
    <p:extLst>
      <p:ext uri="{BB962C8B-B14F-4D97-AF65-F5344CB8AC3E}">
        <p14:creationId xmlns:p14="http://schemas.microsoft.com/office/powerpoint/2010/main" val="3740899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FB3D377-9CEB-0E17-C353-D1CFED4E8C22}"/>
              </a:ext>
            </a:extLst>
          </p:cNvPr>
          <p:cNvCxnSpPr/>
          <p:nvPr userDrawn="1"/>
        </p:nvCxnSpPr>
        <p:spPr>
          <a:xfrm>
            <a:off x="0" y="6235795"/>
            <a:ext cx="12192000" cy="0"/>
          </a:xfrm>
          <a:prstGeom prst="line">
            <a:avLst/>
          </a:prstGeom>
          <a:ln w="19050">
            <a:solidFill>
              <a:srgbClr val="E3081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1ABFB85-8AE3-F4E1-5751-09FAE775143C}"/>
              </a:ext>
            </a:extLst>
          </p:cNvPr>
          <p:cNvSpPr txBox="1"/>
          <p:nvPr userDrawn="1"/>
        </p:nvSpPr>
        <p:spPr>
          <a:xfrm>
            <a:off x="436081" y="6397758"/>
            <a:ext cx="23967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Swiss </a:t>
            </a:r>
            <a:r>
              <a:rPr lang="en-US" sz="1600">
                <a:solidFill>
                  <a:srgbClr val="C30C13"/>
                </a:solidFill>
                <a:cs typeface="Arial" panose="020B0604020202020204" pitchFamily="34" charset="0"/>
              </a:rPr>
              <a:t>AI 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boutique</a:t>
            </a:r>
            <a:endParaRPr lang="en-US" sz="1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309E7-E637-5456-F859-A6A8C2AA0275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91157" y="6436824"/>
            <a:ext cx="307405" cy="2846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FF4BA3-D4AF-1293-33CF-997C8E35887B}"/>
              </a:ext>
            </a:extLst>
          </p:cNvPr>
          <p:cNvSpPr txBox="1"/>
          <p:nvPr userDrawn="1"/>
        </p:nvSpPr>
        <p:spPr>
          <a:xfrm>
            <a:off x="10646384" y="6243323"/>
            <a:ext cx="15456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i="0">
                <a:latin typeface="Univa Nova Light" pitchFamily="2" charset="77"/>
              </a:rPr>
              <a:t>ekona.ai</a:t>
            </a:r>
          </a:p>
        </p:txBody>
      </p:sp>
    </p:spTree>
    <p:extLst>
      <p:ext uri="{BB962C8B-B14F-4D97-AF65-F5344CB8AC3E}">
        <p14:creationId xmlns:p14="http://schemas.microsoft.com/office/powerpoint/2010/main" val="2940896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1" r:id="rId2"/>
    <p:sldLayoutId id="2147483672" r:id="rId3"/>
    <p:sldLayoutId id="2147483673" r:id="rId4"/>
    <p:sldLayoutId id="2147483666" r:id="rId5"/>
    <p:sldLayoutId id="2147483667" r:id="rId6"/>
    <p:sldLayoutId id="2147483668" r:id="rId7"/>
    <p:sldLayoutId id="2147483650" r:id="rId8"/>
    <p:sldLayoutId id="2147483675" r:id="rId9"/>
    <p:sldLayoutId id="2147483674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ekona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File" id="{5AE4C47D-EEC9-3045-A462-62ACAEA5FDD1}" vid="{31278055-9C6C-7841-A618-8326BB568A4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bdccfd7-ed75-47c4-ae3e-45ba8291135b" xsi:nil="true"/>
    <lcf76f155ced4ddcb4097134ff3c332f xmlns="bdfda862-7558-4f4e-99f8-648970d7935e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D55CCFAD34A484FAC43376D580F7497" ma:contentTypeVersion="13" ma:contentTypeDescription="Create a new document." ma:contentTypeScope="" ma:versionID="20fcfebd8cb07aba400aa359cb6a137d">
  <xsd:schema xmlns:xsd="http://www.w3.org/2001/XMLSchema" xmlns:xs="http://www.w3.org/2001/XMLSchema" xmlns:p="http://schemas.microsoft.com/office/2006/metadata/properties" xmlns:ns2="bdfda862-7558-4f4e-99f8-648970d7935e" xmlns:ns3="2bdccfd7-ed75-47c4-ae3e-45ba8291135b" targetNamespace="http://schemas.microsoft.com/office/2006/metadata/properties" ma:root="true" ma:fieldsID="e7232410060904e04ccc6d86ba125b69" ns2:_="" ns3:_="">
    <xsd:import namespace="bdfda862-7558-4f4e-99f8-648970d7935e"/>
    <xsd:import namespace="2bdccfd7-ed75-47c4-ae3e-45ba8291135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BillingMetadat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dfda862-7558-4f4e-99f8-648970d7935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3172f08a-6d1d-4090-b6e7-443b1fdb300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dccfd7-ed75-47c4-ae3e-45ba8291135b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5b3827de-d5af-4de8-9be1-31d341ffe7dd}" ma:internalName="TaxCatchAll" ma:showField="CatchAllData" ma:web="2bdccfd7-ed75-47c4-ae3e-45ba8291135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18F5EE7-65DF-41C5-963C-25B6B377F939}">
  <ds:schemaRefs>
    <ds:schemaRef ds:uri="http://schemas.microsoft.com/office/2006/metadata/properties"/>
    <ds:schemaRef ds:uri="http://schemas.openxmlformats.org/package/2006/metadata/core-properties"/>
    <ds:schemaRef ds:uri="bdfda862-7558-4f4e-99f8-648970d7935e"/>
    <ds:schemaRef ds:uri="http://www.w3.org/XML/1998/namespace"/>
    <ds:schemaRef ds:uri="http://purl.org/dc/terms/"/>
    <ds:schemaRef ds:uri="http://schemas.microsoft.com/office/infopath/2007/PartnerControls"/>
    <ds:schemaRef ds:uri="http://schemas.microsoft.com/office/2006/documentManagement/types"/>
    <ds:schemaRef ds:uri="2bdccfd7-ed75-47c4-ae3e-45ba8291135b"/>
    <ds:schemaRef ds:uri="http://purl.org/dc/dcmitype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26AA38A5-B176-4017-B3F9-F5D611C74B4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dfda862-7558-4f4e-99f8-648970d7935e"/>
    <ds:schemaRef ds:uri="2bdccfd7-ed75-47c4-ae3e-45ba8291135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2B4E4C2-7A23-4EC8-AE63-F75F63DE72B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154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Univa Nova Light</vt:lpstr>
      <vt:lpstr>ekona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Sam Khalil</cp:lastModifiedBy>
  <cp:revision>2</cp:revision>
  <dcterms:created xsi:type="dcterms:W3CDTF">2013-07-15T20:26:40Z</dcterms:created>
  <dcterms:modified xsi:type="dcterms:W3CDTF">2025-07-17T16:52:45Z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0x0101009D55CCFAD34A484FAC43376D580F7497</vt:lpwstr>
  </property>
  <property fmtid="{D5CDD505-2E9C-101B-9397-08002B2CF9AE}" pid="3" name="_SourceUrl">
    <vt:lpwstr/>
  </property>
  <property fmtid="{D5CDD505-2E9C-101B-9397-08002B2CF9AE}" pid="4" name="_SharedFileIndex">
    <vt:lpwstr/>
  </property>
  <property fmtid="{D5CDD505-2E9C-101B-9397-08002B2CF9AE}" pid="5" name="ComplianceAssetId">
    <vt:lpwstr/>
  </property>
  <property fmtid="{D5CDD505-2E9C-101B-9397-08002B2CF9AE}" pid="6" name="_ExtendedDescription">
    <vt:lpwstr/>
  </property>
  <property fmtid="{D5CDD505-2E9C-101B-9397-08002B2CF9AE}" pid="7" name="TriggerFlowInfo">
    <vt:lpwstr/>
  </property>
  <property fmtid="{D5CDD505-2E9C-101B-9397-08002B2CF9AE}" pid="8" name="MediaServiceImageTags">
    <vt:lpwstr/>
  </property>
</Properties>
</file>