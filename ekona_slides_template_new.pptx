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22" dt="2025-07-17T16:43:33.189"/>
    <p1510:client id="{86AB5ADE-44BA-4B42-A7C8-B1D92A4F8300}" v="63" dt="2025-07-16T19:52:37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86"/>
    <p:restoredTop sz="94725"/>
  </p:normalViewPr>
  <p:slideViewPr>
    <p:cSldViewPr snapToGrid="0">
      <p:cViewPr varScale="1">
        <p:scale>
          <a:sx n="164" d="100"/>
          <a:sy n="164" d="100"/>
        </p:scale>
        <p:origin x="18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17T16:43:33.189" v="1205" actId="962"/>
      <pc:docMkLst>
        <pc:docMk/>
      </pc:docMkLst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17T16:43:33.189" v="1205" actId="962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del mod">
            <ac:chgData name="Sam Khalil" userId="82cd1ec2-6208-465b-9d4d-40ce8f0cbf96" providerId="ADAL" clId="{651B6F30-EC96-2340-AD4B-07A6B9855D0C}" dt="2025-07-17T11:14:27.957" v="971" actId="478"/>
            <ac:spMkLst>
              <pc:docMk/>
              <pc:sldMasterMk cId="2940896467" sldId="2147483648"/>
              <pc:sldLayoutMk cId="3074954578" sldId="2147483650"/>
              <ac:spMk id="5" creationId="{59EF2013-F952-FF54-0589-E05FCBA038F9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del">
            <ac:chgData name="Sam Khalil" userId="82cd1ec2-6208-465b-9d4d-40ce8f0cbf96" providerId="ADAL" clId="{651B6F30-EC96-2340-AD4B-07A6B9855D0C}" dt="2025-07-16T20:05:30.359" v="19" actId="11529"/>
            <ac:spMkLst>
              <pc:docMk/>
              <pc:sldMasterMk cId="2940896467" sldId="2147483648"/>
              <pc:sldLayoutMk cId="976521419" sldId="2147483671"/>
              <ac:spMk id="2" creationId="{3A6CAF80-5DD9-23A5-1ABF-4D93FF94E181}"/>
            </ac:spMkLst>
          </pc:spChg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del">
            <ac:chgData name="Sam Khalil" userId="82cd1ec2-6208-465b-9d4d-40ce8f0cbf96" providerId="ADAL" clId="{651B6F30-EC96-2340-AD4B-07A6B9855D0C}" dt="2025-07-16T20:09:11.764" v="29" actId="11529"/>
            <ac:spMkLst>
              <pc:docMk/>
              <pc:sldMasterMk cId="2940896467" sldId="2147483648"/>
              <pc:sldLayoutMk cId="976521419" sldId="2147483671"/>
              <ac:spMk id="2" creationId="{75ED3873-1E7A-889E-06A1-08006230BB0F}"/>
            </ac:spMkLst>
          </pc:spChg>
          <pc:spChg chg="add del mod">
            <ac:chgData name="Sam Khalil" userId="82cd1ec2-6208-465b-9d4d-40ce8f0cbf96" providerId="ADAL" clId="{651B6F30-EC96-2340-AD4B-07A6B9855D0C}" dt="2025-07-16T20:10:32.867" v="79" actId="478"/>
            <ac:spMkLst>
              <pc:docMk/>
              <pc:sldMasterMk cId="2940896467" sldId="2147483648"/>
              <pc:sldLayoutMk cId="976521419" sldId="2147483671"/>
              <ac:spMk id="3" creationId="{00041EF7-62D8-57AD-657E-C0D07A8C89DB}"/>
            </ac:spMkLst>
          </pc:spChg>
          <pc:spChg chg="add del mod">
            <ac:chgData name="Sam Khalil" userId="82cd1ec2-6208-465b-9d4d-40ce8f0cbf96" providerId="ADAL" clId="{651B6F30-EC96-2340-AD4B-07A6B9855D0C}" dt="2025-07-16T20:05:39.462" v="20" actId="478"/>
            <ac:spMkLst>
              <pc:docMk/>
              <pc:sldMasterMk cId="2940896467" sldId="2147483648"/>
              <pc:sldLayoutMk cId="976521419" sldId="2147483671"/>
              <ac:spMk id="3" creationId="{3B63ED82-8A8B-D18D-4564-53A8FCFFC3CF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del mod">
            <ac:chgData name="Sam Khalil" userId="82cd1ec2-6208-465b-9d4d-40ce8f0cbf96" providerId="ADAL" clId="{651B6F30-EC96-2340-AD4B-07A6B9855D0C}" dt="2025-07-16T20:10:34.115" v="80" actId="478"/>
            <ac:spMkLst>
              <pc:docMk/>
              <pc:sldMasterMk cId="2940896467" sldId="2147483648"/>
              <pc:sldLayoutMk cId="976521419" sldId="2147483671"/>
              <ac:spMk id="6" creationId="{FB1D2D01-586E-14CE-4797-8F5742CF1EB4}"/>
            </ac:spMkLst>
          </pc:spChg>
          <pc:spChg chg="add del">
            <ac:chgData name="Sam Khalil" userId="82cd1ec2-6208-465b-9d4d-40ce8f0cbf96" providerId="ADAL" clId="{651B6F30-EC96-2340-AD4B-07A6B9855D0C}" dt="2025-07-16T20:10:10.377" v="61" actId="11529"/>
            <ac:spMkLst>
              <pc:docMk/>
              <pc:sldMasterMk cId="2940896467" sldId="2147483648"/>
              <pc:sldLayoutMk cId="976521419" sldId="2147483671"/>
              <ac:spMk id="7" creationId="{FE056DC3-538D-F364-B193-82122E4699F9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  <pc:spChg chg="del">
            <ac:chgData name="Sam Khalil" userId="82cd1ec2-6208-465b-9d4d-40ce8f0cbf96" providerId="ADAL" clId="{651B6F30-EC96-2340-AD4B-07A6B9855D0C}" dt="2025-07-16T20:05:47.803" v="21" actId="478"/>
            <ac:spMkLst>
              <pc:docMk/>
              <pc:sldMasterMk cId="2940896467" sldId="2147483648"/>
              <pc:sldLayoutMk cId="976521419" sldId="2147483671"/>
              <ac:spMk id="10" creationId="{8C830669-7003-374B-4151-D47904C1A2D8}"/>
            </ac:spMkLst>
          </pc:spChg>
          <pc:spChg chg="del">
            <ac:chgData name="Sam Khalil" userId="82cd1ec2-6208-465b-9d4d-40ce8f0cbf96" providerId="ADAL" clId="{651B6F30-EC96-2340-AD4B-07A6B9855D0C}" dt="2025-07-16T20:09:05.088" v="27" actId="478"/>
            <ac:spMkLst>
              <pc:docMk/>
              <pc:sldMasterMk cId="2940896467" sldId="2147483648"/>
              <pc:sldLayoutMk cId="976521419" sldId="2147483671"/>
              <ac:spMk id="11" creationId="{876686D6-9C7D-E581-BCF7-DD6825BD535A}"/>
            </ac:spMkLst>
          </pc:spChg>
          <pc:spChg chg="del">
            <ac:chgData name="Sam Khalil" userId="82cd1ec2-6208-465b-9d4d-40ce8f0cbf96" providerId="ADAL" clId="{651B6F30-EC96-2340-AD4B-07A6B9855D0C}" dt="2025-07-16T20:09:06.437" v="28" actId="478"/>
            <ac:spMkLst>
              <pc:docMk/>
              <pc:sldMasterMk cId="2940896467" sldId="2147483648"/>
              <pc:sldLayoutMk cId="976521419" sldId="2147483671"/>
              <ac:spMk id="12" creationId="{B5526A54-B1E4-D97E-873D-C8FAFDC5486C}"/>
            </ac:spMkLst>
          </pc:spChg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  <pc:spChg chg="mod">
            <ac:chgData name="Sam Khalil" userId="82cd1ec2-6208-465b-9d4d-40ce8f0cbf96" providerId="ADAL" clId="{651B6F30-EC96-2340-AD4B-07A6B9855D0C}" dt="2025-07-17T09:55:36.490" v="947" actId="20577"/>
            <ac:spMkLst>
              <pc:docMk/>
              <pc:sldMasterMk cId="2940896467" sldId="2147483648"/>
              <pc:sldLayoutMk cId="374089928" sldId="2147483674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48:07.019" v="272" actId="20577"/>
            <ac:spMkLst>
              <pc:docMk/>
              <pc:sldMasterMk cId="2940896467" sldId="2147483648"/>
              <pc:sldLayoutMk cId="374089928" sldId="2147483674"/>
              <ac:spMk id="3" creationId="{8A6FC6F2-80B4-49A7-9448-33FE2DF0E967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17T16:43:33.189" v="1205" actId="962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del">
            <ac:chgData name="Sam Khalil" userId="82cd1ec2-6208-465b-9d4d-40ce8f0cbf96" providerId="ADAL" clId="{651B6F30-EC96-2340-AD4B-07A6B9855D0C}" dt="2025-07-17T11:14:37.253" v="974" actId="478"/>
            <ac:spMkLst>
              <pc:docMk/>
              <pc:sldMasterMk cId="2940896467" sldId="2147483648"/>
              <pc:sldLayoutMk cId="1049941252" sldId="2147483675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17T16:43:09.084" v="1196" actId="962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17T16:43:14.254" v="1198" actId="962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del">
            <ac:chgData name="Sam Khalil" userId="82cd1ec2-6208-465b-9d4d-40ce8f0cbf96" providerId="ADAL" clId="{651B6F30-EC96-2340-AD4B-07A6B9855D0C}" dt="2025-07-17T11:14:50.389" v="975" actId="11529"/>
            <ac:spMkLst>
              <pc:docMk/>
              <pc:sldMasterMk cId="2940896467" sldId="2147483648"/>
              <pc:sldLayoutMk cId="1049941252" sldId="2147483675"/>
              <ac:spMk id="4" creationId="{C88792CE-84C7-C068-C2A0-96B0DB0924E9}"/>
            </ac:spMkLst>
          </pc:spChg>
          <pc:spChg chg="add mod">
            <ac:chgData name="Sam Khalil" userId="82cd1ec2-6208-465b-9d4d-40ce8f0cbf96" providerId="ADAL" clId="{651B6F30-EC96-2340-AD4B-07A6B9855D0C}" dt="2025-07-17T16:43:18.506" v="1199" actId="96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17T11:14:59.072" v="976" actId="478"/>
            <ac:spMkLst>
              <pc:docMk/>
              <pc:sldMasterMk cId="2940896467" sldId="2147483648"/>
              <pc:sldLayoutMk cId="1049941252" sldId="2147483675"/>
              <ac:spMk id="5" creationId="{88AD5357-20EE-EB12-D254-E11CFBC1501D}"/>
            </ac:spMkLst>
          </pc:spChg>
          <pc:spChg chg="add del mod">
            <ac:chgData name="Sam Khalil" userId="82cd1ec2-6208-465b-9d4d-40ce8f0cbf96" providerId="ADAL" clId="{651B6F30-EC96-2340-AD4B-07A6B9855D0C}" dt="2025-07-17T16:43:26.258" v="1203" actId="962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del">
            <ac:chgData name="Sam Khalil" userId="82cd1ec2-6208-465b-9d4d-40ce8f0cbf96" providerId="ADAL" clId="{651B6F30-EC96-2340-AD4B-07A6B9855D0C}" dt="2025-07-17T11:15:12.429" v="977" actId="11529"/>
            <ac:spMkLst>
              <pc:docMk/>
              <pc:sldMasterMk cId="2940896467" sldId="2147483648"/>
              <pc:sldLayoutMk cId="1049941252" sldId="2147483675"/>
              <ac:spMk id="6" creationId="{AE10B823-812F-E9FB-89EA-A2452C4EBD71}"/>
            </ac:spMkLst>
          </pc:spChg>
          <pc:spChg chg="add mod">
            <ac:chgData name="Sam Khalil" userId="82cd1ec2-6208-465b-9d4d-40ce8f0cbf96" providerId="ADAL" clId="{651B6F30-EC96-2340-AD4B-07A6B9855D0C}" dt="2025-07-17T13:45:48.242" v="1146" actId="14861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del">
            <ac:chgData name="Sam Khalil" userId="82cd1ec2-6208-465b-9d4d-40ce8f0cbf96" providerId="ADAL" clId="{651B6F30-EC96-2340-AD4B-07A6B9855D0C}" dt="2025-07-17T11:15:25.562" v="979" actId="11529"/>
            <ac:spMkLst>
              <pc:docMk/>
              <pc:sldMasterMk cId="2940896467" sldId="2147483648"/>
              <pc:sldLayoutMk cId="1049941252" sldId="2147483675"/>
              <ac:spMk id="8" creationId="{20B25644-6E6E-5187-E903-21AFB14645FA}"/>
            </ac:spMkLst>
          </pc:spChg>
          <pc:spChg chg="add mod">
            <ac:chgData name="Sam Khalil" userId="82cd1ec2-6208-465b-9d4d-40ce8f0cbf96" providerId="ADAL" clId="{651B6F30-EC96-2340-AD4B-07A6B9855D0C}" dt="2025-07-17T16:43:29.629" v="1204" actId="962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17T13:45:08.199" v="1144" actId="1076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17T13:46:00.573" v="1149" actId="14861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17T13:45:08.199" v="1144" actId="1076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17T13:45:53.140" v="1147" actId="14861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17T13:45:08.199" v="1144" actId="1076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17T16:43:33.189" v="1205" actId="962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del">
            <ac:chgData name="Sam Khalil" userId="82cd1ec2-6208-465b-9d4d-40ce8f0cbf96" providerId="ADAL" clId="{651B6F30-EC96-2340-AD4B-07A6B9855D0C}" dt="2025-07-17T11:22:51.021" v="1093" actId="22"/>
            <ac:spMkLst>
              <pc:docMk/>
              <pc:sldMasterMk cId="2940896467" sldId="2147483648"/>
              <pc:sldLayoutMk cId="1049941252" sldId="2147483675"/>
              <ac:spMk id="17" creationId="{2E234903-EB21-A931-C865-BDEC2E5B31D1}"/>
            </ac:spMkLst>
          </pc:spChg>
          <pc:picChg chg="add del mod">
            <ac:chgData name="Sam Khalil" userId="82cd1ec2-6208-465b-9d4d-40ce8f0cbf96" providerId="ADAL" clId="{651B6F30-EC96-2340-AD4B-07A6B9855D0C}" dt="2025-07-17T11:22:34.336" v="1091" actId="21"/>
            <ac:picMkLst>
              <pc:docMk/>
              <pc:sldMasterMk cId="2940896467" sldId="2147483648"/>
              <pc:sldLayoutMk cId="1049941252" sldId="2147483675"/>
              <ac:picMk id="15" creationId="{E6C7B655-A6EE-6FA6-4296-36011B8BF412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7/17/25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_ekona_slide Should be used as a slide after th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_ekona_slide_2 - Should be used as a slide after the first why ekon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10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2" y="226619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10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10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10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5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10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6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10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374089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72" r:id="rId3"/>
    <p:sldLayoutId id="2147483673" r:id="rId4"/>
    <p:sldLayoutId id="2147483666" r:id="rId5"/>
    <p:sldLayoutId id="2147483667" r:id="rId6"/>
    <p:sldLayoutId id="2147483668" r:id="rId7"/>
    <p:sldLayoutId id="2147483650" r:id="rId8"/>
    <p:sldLayoutId id="2147483675" r:id="rId9"/>
    <p:sldLayoutId id="2147483674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8F5EE7-65DF-41C5-963C-25B6B377F939}">
  <ds:schemaRefs>
    <ds:schemaRef ds:uri="http://schemas.microsoft.com/office/2006/metadata/properties"/>
    <ds:schemaRef ds:uri="http://schemas.openxmlformats.org/package/2006/metadata/core-properties"/>
    <ds:schemaRef ds:uri="bdfda862-7558-4f4e-99f8-648970d7935e"/>
    <ds:schemaRef ds:uri="http://www.w3.org/XML/1998/namespace"/>
    <ds:schemaRef ds:uri="http://purl.org/dc/terms/"/>
    <ds:schemaRef ds:uri="http://schemas.microsoft.com/office/infopath/2007/PartnerControls"/>
    <ds:schemaRef ds:uri="http://schemas.microsoft.com/office/2006/documentManagement/types"/>
    <ds:schemaRef ds:uri="2bdccfd7-ed75-47c4-ae3e-45ba8291135b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2025-07-17T16:43:39Z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