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"/>
  </p:notesMasterIdLst>
  <p:handoutMasterIdLst>
    <p:handoutMasterId r:id="rId6"/>
  </p:handoutMaster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2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2"/>
    <p:restoredTop sz="94798"/>
  </p:normalViewPr>
  <p:slideViewPr>
    <p:cSldViewPr snapToGrid="0">
      <p:cViewPr varScale="1">
        <p:scale>
          <a:sx n="153" d="100"/>
          <a:sy n="153" d="100"/>
        </p:scale>
        <p:origin x="4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5" d="100"/>
          <a:sy n="115" d="100"/>
        </p:scale>
        <p:origin x="324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Khalil" userId="82cd1ec2-6208-465b-9d4d-40ce8f0cbf96" providerId="ADAL" clId="{651B6F30-EC96-2340-AD4B-07A6B9855D0C}"/>
    <pc:docChg chg="undo custSel addSld delSld modSld modMainMaster">
      <pc:chgData name="Sam Khalil" userId="82cd1ec2-6208-465b-9d4d-40ce8f0cbf96" providerId="ADAL" clId="{651B6F30-EC96-2340-AD4B-07A6B9855D0C}" dt="2025-07-21T08:11:04.944" v="2496" actId="29295"/>
      <pc:docMkLst>
        <pc:docMk/>
      </pc:docMkLst>
      <pc:sldChg chg="new del">
        <pc:chgData name="Sam Khalil" userId="82cd1ec2-6208-465b-9d4d-40ce8f0cbf96" providerId="ADAL" clId="{651B6F30-EC96-2340-AD4B-07A6B9855D0C}" dt="2025-07-20T15:51:45.829" v="1447" actId="2696"/>
        <pc:sldMkLst>
          <pc:docMk/>
          <pc:sldMk cId="812657698" sldId="256"/>
        </pc:sldMkLst>
      </pc:sldChg>
      <pc:sldChg chg="new del">
        <pc:chgData name="Sam Khalil" userId="82cd1ec2-6208-465b-9d4d-40ce8f0cbf96" providerId="ADAL" clId="{651B6F30-EC96-2340-AD4B-07A6B9855D0C}" dt="2025-07-16T20:03:10.194" v="3" actId="2696"/>
        <pc:sldMkLst>
          <pc:docMk/>
          <pc:sldMk cId="1425710479" sldId="256"/>
        </pc:sldMkLst>
      </pc:sldChg>
      <pc:sldChg chg="new del">
        <pc:chgData name="Sam Khalil" userId="82cd1ec2-6208-465b-9d4d-40ce8f0cbf96" providerId="ADAL" clId="{651B6F30-EC96-2340-AD4B-07A6B9855D0C}" dt="2025-07-20T12:56:25.527" v="1353" actId="2696"/>
        <pc:sldMkLst>
          <pc:docMk/>
          <pc:sldMk cId="1599994850" sldId="256"/>
        </pc:sldMkLst>
      </pc:sldChg>
      <pc:sldChg chg="new del">
        <pc:chgData name="Sam Khalil" userId="82cd1ec2-6208-465b-9d4d-40ce8f0cbf96" providerId="ADAL" clId="{651B6F30-EC96-2340-AD4B-07A6B9855D0C}" dt="2025-07-17T20:51:12.571" v="1232" actId="2696"/>
        <pc:sldMkLst>
          <pc:docMk/>
          <pc:sldMk cId="3084245232" sldId="256"/>
        </pc:sldMkLst>
      </pc:sldChg>
      <pc:sldChg chg="new del">
        <pc:chgData name="Sam Khalil" userId="82cd1ec2-6208-465b-9d4d-40ce8f0cbf96" providerId="ADAL" clId="{651B6F30-EC96-2340-AD4B-07A6B9855D0C}" dt="2025-07-17T09:39:26.054" v="162" actId="2696"/>
        <pc:sldMkLst>
          <pc:docMk/>
          <pc:sldMk cId="3478321964" sldId="256"/>
        </pc:sldMkLst>
      </pc:sldChg>
      <pc:sldChg chg="addSp delSp modSp new del mod">
        <pc:chgData name="Sam Khalil" userId="82cd1ec2-6208-465b-9d4d-40ce8f0cbf96" providerId="ADAL" clId="{651B6F30-EC96-2340-AD4B-07A6B9855D0C}" dt="2025-07-17T20:40:56.913" v="1231" actId="2696"/>
        <pc:sldMkLst>
          <pc:docMk/>
          <pc:sldMk cId="1866868894" sldId="257"/>
        </pc:sldMkLst>
      </pc:sldChg>
      <pc:sldChg chg="del">
        <pc:chgData name="Sam Khalil" userId="82cd1ec2-6208-465b-9d4d-40ce8f0cbf96" providerId="ADAL" clId="{651B6F30-EC96-2340-AD4B-07A6B9855D0C}" dt="2025-07-16T20:03:04.043" v="1" actId="2696"/>
        <pc:sldMkLst>
          <pc:docMk/>
          <pc:sldMk cId="181304407" sldId="313"/>
        </pc:sldMkLst>
      </pc:sldChg>
      <pc:sldChg chg="del">
        <pc:chgData name="Sam Khalil" userId="82cd1ec2-6208-465b-9d4d-40ce8f0cbf96" providerId="ADAL" clId="{651B6F30-EC96-2340-AD4B-07A6B9855D0C}" dt="2025-07-16T20:03:03.422" v="0" actId="2696"/>
        <pc:sldMkLst>
          <pc:docMk/>
          <pc:sldMk cId="1523952497" sldId="318"/>
        </pc:sldMkLst>
      </pc:sldChg>
      <pc:sldMasterChg chg="addSldLayout delSldLayout modSldLayout sldLayoutOrd">
        <pc:chgData name="Sam Khalil" userId="82cd1ec2-6208-465b-9d4d-40ce8f0cbf96" providerId="ADAL" clId="{651B6F30-EC96-2340-AD4B-07A6B9855D0C}" dt="2025-07-21T08:11:04.944" v="2496" actId="29295"/>
        <pc:sldMasterMkLst>
          <pc:docMk/>
          <pc:sldMasterMk cId="2940896467" sldId="2147483648"/>
        </pc:sldMasterMkLst>
        <pc:sldLayoutChg chg="ord">
          <pc:chgData name="Sam Khalil" userId="82cd1ec2-6208-465b-9d4d-40ce8f0cbf96" providerId="ADAL" clId="{651B6F30-EC96-2340-AD4B-07A6B9855D0C}" dt="2025-07-17T09:52:10.333" v="385" actId="20578"/>
          <pc:sldLayoutMkLst>
            <pc:docMk/>
            <pc:sldMasterMk cId="2940896467" sldId="2147483648"/>
            <pc:sldLayoutMk cId="2886716305" sldId="2147483649"/>
          </pc:sldLayoutMkLst>
        </pc:sldLayoutChg>
        <pc:sldLayoutChg chg="addSp delSp modSp mod">
          <pc:chgData name="Sam Khalil" userId="82cd1ec2-6208-465b-9d4d-40ce8f0cbf96" providerId="ADAL" clId="{651B6F30-EC96-2340-AD4B-07A6B9855D0C}" dt="2025-07-21T08:06:20.088" v="2162" actId="20577"/>
          <pc:sldLayoutMkLst>
            <pc:docMk/>
            <pc:sldMasterMk cId="2940896467" sldId="2147483648"/>
            <pc:sldLayoutMk cId="3074954578" sldId="2147483650"/>
          </pc:sldLayoutMkLst>
          <pc:spChg chg="mod">
            <ac:chgData name="Sam Khalil" userId="82cd1ec2-6208-465b-9d4d-40ce8f0cbf96" providerId="ADAL" clId="{651B6F30-EC96-2340-AD4B-07A6B9855D0C}" dt="2025-07-17T09:54:09.708" v="670"/>
            <ac:spMkLst>
              <pc:docMk/>
              <pc:sldMasterMk cId="2940896467" sldId="2147483648"/>
              <pc:sldLayoutMk cId="3074954578" sldId="2147483650"/>
              <ac:spMk id="2" creationId="{A5319A24-5E84-B92C-D93E-988EC46CF0CA}"/>
            </ac:spMkLst>
          </pc:spChg>
          <pc:spChg chg="mod">
            <ac:chgData name="Sam Khalil" userId="82cd1ec2-6208-465b-9d4d-40ce8f0cbf96" providerId="ADAL" clId="{651B6F30-EC96-2340-AD4B-07A6B9855D0C}" dt="2025-07-21T08:06:13.638" v="2143" actId="20577"/>
            <ac:spMkLst>
              <pc:docMk/>
              <pc:sldMasterMk cId="2940896467" sldId="2147483648"/>
              <pc:sldLayoutMk cId="3074954578" sldId="2147483650"/>
              <ac:spMk id="3" creationId="{649A8D9E-9A31-2DFA-F71A-74A9240FA0B1}"/>
            </ac:spMkLst>
          </pc:spChg>
          <pc:spChg chg="mod">
            <ac:chgData name="Sam Khalil" userId="82cd1ec2-6208-465b-9d4d-40ce8f0cbf96" providerId="ADAL" clId="{651B6F30-EC96-2340-AD4B-07A6B9855D0C}" dt="2025-07-21T08:06:20.088" v="2162" actId="20577"/>
            <ac:spMkLst>
              <pc:docMk/>
              <pc:sldMasterMk cId="2940896467" sldId="2147483648"/>
              <pc:sldLayoutMk cId="3074954578" sldId="2147483650"/>
              <ac:spMk id="4" creationId="{097092C2-9408-32E2-1B17-858560948F97}"/>
            </ac:spMkLst>
          </pc:spChg>
          <pc:spChg chg="add mod">
            <ac:chgData name="Sam Khalil" userId="82cd1ec2-6208-465b-9d4d-40ce8f0cbf96" providerId="ADAL" clId="{651B6F30-EC96-2340-AD4B-07A6B9855D0C}" dt="2025-07-21T08:05:28.875" v="2112" actId="167"/>
            <ac:spMkLst>
              <pc:docMk/>
              <pc:sldMasterMk cId="2940896467" sldId="2147483648"/>
              <pc:sldLayoutMk cId="3074954578" sldId="2147483650"/>
              <ac:spMk id="5" creationId="{4286C11B-CD57-AE94-2379-3F6FBE23504C}"/>
            </ac:spMkLst>
          </pc:spChg>
          <pc:spChg chg="add mod">
            <ac:chgData name="Sam Khalil" userId="82cd1ec2-6208-465b-9d4d-40ce8f0cbf96" providerId="ADAL" clId="{651B6F30-EC96-2340-AD4B-07A6B9855D0C}" dt="2025-07-21T08:05:52.092" v="2121" actId="14100"/>
            <ac:spMkLst>
              <pc:docMk/>
              <pc:sldMasterMk cId="2940896467" sldId="2147483648"/>
              <pc:sldLayoutMk cId="3074954578" sldId="2147483650"/>
              <ac:spMk id="6" creationId="{8755C1BE-9560-A50A-74BD-E0FFF7F5B69F}"/>
            </ac:spMkLst>
          </pc:spChg>
        </pc:sldLayoutChg>
        <pc:sldLayoutChg chg="modSp mod">
          <pc:chgData name="Sam Khalil" userId="82cd1ec2-6208-465b-9d4d-40ce8f0cbf96" providerId="ADAL" clId="{651B6F30-EC96-2340-AD4B-07A6B9855D0C}" dt="2025-07-17T09:54:04.067" v="669"/>
          <pc:sldLayoutMkLst>
            <pc:docMk/>
            <pc:sldMasterMk cId="2940896467" sldId="2147483648"/>
            <pc:sldLayoutMk cId="996161729" sldId="2147483666"/>
          </pc:sldLayoutMkLst>
          <pc:spChg chg="mod">
            <ac:chgData name="Sam Khalil" userId="82cd1ec2-6208-465b-9d4d-40ce8f0cbf96" providerId="ADAL" clId="{651B6F30-EC96-2340-AD4B-07A6B9855D0C}" dt="2025-07-17T09:54:04.067" v="669"/>
            <ac:spMkLst>
              <pc:docMk/>
              <pc:sldMasterMk cId="2940896467" sldId="2147483648"/>
              <pc:sldLayoutMk cId="996161729" sldId="2147483666"/>
              <ac:spMk id="2" creationId="{3CD97974-B93C-4C96-B3F6-F69E3D6DE6CA}"/>
            </ac:spMkLst>
          </pc:spChg>
          <pc:spChg chg="mod">
            <ac:chgData name="Sam Khalil" userId="82cd1ec2-6208-465b-9d4d-40ce8f0cbf96" providerId="ADAL" clId="{651B6F30-EC96-2340-AD4B-07A6B9855D0C}" dt="2025-07-17T09:52:50.624" v="469" actId="20577"/>
            <ac:spMkLst>
              <pc:docMk/>
              <pc:sldMasterMk cId="2940896467" sldId="2147483648"/>
              <pc:sldLayoutMk cId="996161729" sldId="2147483666"/>
              <ac:spMk id="15" creationId="{6AB10746-1273-02BA-C457-602DEDA7F5F4}"/>
            </ac:spMkLst>
          </pc:spChg>
        </pc:sldLayoutChg>
        <pc:sldLayoutChg chg="addSp modSp mod">
          <pc:chgData name="Sam Khalil" userId="82cd1ec2-6208-465b-9d4d-40ce8f0cbf96" providerId="ADAL" clId="{651B6F30-EC96-2340-AD4B-07A6B9855D0C}" dt="2025-07-21T08:05:08.740" v="2106" actId="1076"/>
          <pc:sldLayoutMkLst>
            <pc:docMk/>
            <pc:sldMasterMk cId="2940896467" sldId="2147483648"/>
            <pc:sldLayoutMk cId="3100185760" sldId="2147483667"/>
          </pc:sldLayoutMkLst>
          <pc:spChg chg="mod">
            <ac:chgData name="Sam Khalil" userId="82cd1ec2-6208-465b-9d4d-40ce8f0cbf96" providerId="ADAL" clId="{651B6F30-EC96-2340-AD4B-07A6B9855D0C}" dt="2025-07-17T09:54:02.244" v="668"/>
            <ac:spMkLst>
              <pc:docMk/>
              <pc:sldMasterMk cId="2940896467" sldId="2147483648"/>
              <pc:sldLayoutMk cId="3100185760" sldId="2147483667"/>
              <ac:spMk id="2" creationId="{3CD97974-B93C-4C96-B3F6-F69E3D6DE6CA}"/>
            </ac:spMkLst>
          </pc:spChg>
          <pc:spChg chg="mod">
            <ac:chgData name="Sam Khalil" userId="82cd1ec2-6208-465b-9d4d-40ce8f0cbf96" providerId="ADAL" clId="{651B6F30-EC96-2340-AD4B-07A6B9855D0C}" dt="2025-07-21T08:05:08.740" v="2106" actId="1076"/>
            <ac:spMkLst>
              <pc:docMk/>
              <pc:sldMasterMk cId="2940896467" sldId="2147483648"/>
              <pc:sldLayoutMk cId="3100185760" sldId="2147483667"/>
              <ac:spMk id="3" creationId="{8A6FC6F2-80B4-49A7-9448-33FE2DF0E967}"/>
            </ac:spMkLst>
          </pc:spChg>
          <pc:spChg chg="add mod">
            <ac:chgData name="Sam Khalil" userId="82cd1ec2-6208-465b-9d4d-40ce8f0cbf96" providerId="ADAL" clId="{651B6F30-EC96-2340-AD4B-07A6B9855D0C}" dt="2025-07-21T08:05:01.697" v="2104" actId="14100"/>
            <ac:spMkLst>
              <pc:docMk/>
              <pc:sldMasterMk cId="2940896467" sldId="2147483648"/>
              <pc:sldLayoutMk cId="3100185760" sldId="2147483667"/>
              <ac:spMk id="4" creationId="{F8567C99-F3EA-939B-081F-B8C4B329CCCE}"/>
            </ac:spMkLst>
          </pc:spChg>
        </pc:sldLayoutChg>
        <pc:sldLayoutChg chg="modSp mod">
          <pc:chgData name="Sam Khalil" userId="82cd1ec2-6208-465b-9d4d-40ce8f0cbf96" providerId="ADAL" clId="{651B6F30-EC96-2340-AD4B-07A6B9855D0C}" dt="2025-07-17T09:54:44.817" v="787" actId="20577"/>
          <pc:sldLayoutMkLst>
            <pc:docMk/>
            <pc:sldMasterMk cId="2940896467" sldId="2147483648"/>
            <pc:sldLayoutMk cId="2561689790" sldId="2147483668"/>
          </pc:sldLayoutMkLst>
          <pc:spChg chg="mod">
            <ac:chgData name="Sam Khalil" userId="82cd1ec2-6208-465b-9d4d-40ce8f0cbf96" providerId="ADAL" clId="{651B6F30-EC96-2340-AD4B-07A6B9855D0C}" dt="2025-07-17T09:53:58.655" v="667" actId="20577"/>
            <ac:spMkLst>
              <pc:docMk/>
              <pc:sldMasterMk cId="2940896467" sldId="2147483648"/>
              <pc:sldLayoutMk cId="2561689790" sldId="2147483668"/>
              <ac:spMk id="2" creationId="{3CD97974-B93C-4C96-B3F6-F69E3D6DE6CA}"/>
            </ac:spMkLst>
          </pc:spChg>
          <pc:spChg chg="mod">
            <ac:chgData name="Sam Khalil" userId="82cd1ec2-6208-465b-9d4d-40ce8f0cbf96" providerId="ADAL" clId="{651B6F30-EC96-2340-AD4B-07A6B9855D0C}" dt="2025-07-17T09:54:44.817" v="787" actId="20577"/>
            <ac:spMkLst>
              <pc:docMk/>
              <pc:sldMasterMk cId="2940896467" sldId="2147483648"/>
              <pc:sldLayoutMk cId="2561689790" sldId="2147483668"/>
              <ac:spMk id="15" creationId="{5A63EF3E-EE23-DD43-1AAF-5ED1F44A28DD}"/>
            </ac:spMkLst>
          </pc:spChg>
        </pc:sldLayoutChg>
        <pc:sldLayoutChg chg="del">
          <pc:chgData name="Sam Khalil" userId="82cd1ec2-6208-465b-9d4d-40ce8f0cbf96" providerId="ADAL" clId="{651B6F30-EC96-2340-AD4B-07A6B9855D0C}" dt="2025-07-16T20:03:04.043" v="1" actId="2696"/>
          <pc:sldLayoutMkLst>
            <pc:docMk/>
            <pc:sldMasterMk cId="2940896467" sldId="2147483648"/>
            <pc:sldLayoutMk cId="3887426440" sldId="2147483669"/>
          </pc:sldLayoutMkLst>
        </pc:sldLayoutChg>
        <pc:sldLayoutChg chg="addSp delSp modSp mod">
          <pc:chgData name="Sam Khalil" userId="82cd1ec2-6208-465b-9d4d-40ce8f0cbf96" providerId="ADAL" clId="{651B6F30-EC96-2340-AD4B-07A6B9855D0C}" dt="2025-07-17T09:51:38.008" v="384" actId="20577"/>
          <pc:sldLayoutMkLst>
            <pc:docMk/>
            <pc:sldMasterMk cId="2940896467" sldId="2147483648"/>
            <pc:sldLayoutMk cId="976521419" sldId="2147483671"/>
          </pc:sldLayoutMkLst>
          <pc:spChg chg="add mod">
            <ac:chgData name="Sam Khalil" userId="82cd1ec2-6208-465b-9d4d-40ce8f0cbf96" providerId="ADAL" clId="{651B6F30-EC96-2340-AD4B-07A6B9855D0C}" dt="2025-07-17T09:03:56.085" v="152" actId="962"/>
            <ac:spMkLst>
              <pc:docMk/>
              <pc:sldMasterMk cId="2940896467" sldId="2147483648"/>
              <pc:sldLayoutMk cId="976521419" sldId="2147483671"/>
              <ac:spMk id="2" creationId="{451BA699-B22C-5269-513E-35DC959DE690}"/>
            </ac:spMkLst>
          </pc:spChg>
          <pc:spChg chg="add mod">
            <ac:chgData name="Sam Khalil" userId="82cd1ec2-6208-465b-9d4d-40ce8f0cbf96" providerId="ADAL" clId="{651B6F30-EC96-2340-AD4B-07A6B9855D0C}" dt="2025-07-17T09:51:08.809" v="311" actId="1076"/>
            <ac:spMkLst>
              <pc:docMk/>
              <pc:sldMasterMk cId="2940896467" sldId="2147483648"/>
              <pc:sldLayoutMk cId="976521419" sldId="2147483671"/>
              <ac:spMk id="5" creationId="{CBE66CB9-C849-3A55-3368-6C1666C50D4F}"/>
            </ac:spMkLst>
          </pc:spChg>
          <pc:spChg chg="add mod">
            <ac:chgData name="Sam Khalil" userId="82cd1ec2-6208-465b-9d4d-40ce8f0cbf96" providerId="ADAL" clId="{651B6F30-EC96-2340-AD4B-07A6B9855D0C}" dt="2025-07-17T09:51:24.028" v="341" actId="20577"/>
            <ac:spMkLst>
              <pc:docMk/>
              <pc:sldMasterMk cId="2940896467" sldId="2147483648"/>
              <pc:sldLayoutMk cId="976521419" sldId="2147483671"/>
              <ac:spMk id="8" creationId="{BFDDA68F-3F01-2EF4-5F5F-2DBCD3313533}"/>
            </ac:spMkLst>
          </pc:spChg>
          <pc:spChg chg="add mod">
            <ac:chgData name="Sam Khalil" userId="82cd1ec2-6208-465b-9d4d-40ce8f0cbf96" providerId="ADAL" clId="{651B6F30-EC96-2340-AD4B-07A6B9855D0C}" dt="2025-07-17T09:51:38.008" v="384" actId="20577"/>
            <ac:spMkLst>
              <pc:docMk/>
              <pc:sldMasterMk cId="2940896467" sldId="2147483648"/>
              <pc:sldLayoutMk cId="976521419" sldId="2147483671"/>
              <ac:spMk id="9" creationId="{755D5765-4853-2CD1-FD28-234442F507BD}"/>
            </ac:spMkLst>
          </pc:spChg>
        </pc:sldLayoutChg>
        <pc:sldLayoutChg chg="addSp delSp modSp mod ord">
          <pc:chgData name="Sam Khalil" userId="82cd1ec2-6208-465b-9d4d-40ce8f0cbf96" providerId="ADAL" clId="{651B6F30-EC96-2340-AD4B-07A6B9855D0C}" dt="2025-07-21T08:09:17.134" v="2468" actId="207"/>
          <pc:sldLayoutMkLst>
            <pc:docMk/>
            <pc:sldMasterMk cId="2940896467" sldId="2147483648"/>
            <pc:sldLayoutMk cId="3393990456" sldId="2147483672"/>
          </pc:sldLayoutMkLst>
          <pc:spChg chg="mod">
            <ac:chgData name="Sam Khalil" userId="82cd1ec2-6208-465b-9d4d-40ce8f0cbf96" providerId="ADAL" clId="{651B6F30-EC96-2340-AD4B-07A6B9855D0C}" dt="2025-07-21T08:08:36.529" v="2240" actId="1076"/>
            <ac:spMkLst>
              <pc:docMk/>
              <pc:sldMasterMk cId="2940896467" sldId="2147483648"/>
              <pc:sldLayoutMk cId="3393990456" sldId="2147483672"/>
              <ac:spMk id="12" creationId="{EFC724FB-B7D0-20F8-923C-E4CD8D9194CA}"/>
            </ac:spMkLst>
          </pc:spChg>
          <pc:spChg chg="add mod">
            <ac:chgData name="Sam Khalil" userId="82cd1ec2-6208-465b-9d4d-40ce8f0cbf96" providerId="ADAL" clId="{651B6F30-EC96-2340-AD4B-07A6B9855D0C}" dt="2025-07-21T08:09:10.569" v="2417" actId="167"/>
            <ac:spMkLst>
              <pc:docMk/>
              <pc:sldMasterMk cId="2940896467" sldId="2147483648"/>
              <pc:sldLayoutMk cId="3393990456" sldId="2147483672"/>
              <ac:spMk id="13" creationId="{0617AC1D-26CB-713E-4508-B01954EF86DF}"/>
            </ac:spMkLst>
          </pc:spChg>
          <pc:spChg chg="add mod">
            <ac:chgData name="Sam Khalil" userId="82cd1ec2-6208-465b-9d4d-40ce8f0cbf96" providerId="ADAL" clId="{651B6F30-EC96-2340-AD4B-07A6B9855D0C}" dt="2025-07-21T08:09:17.134" v="2468" actId="207"/>
            <ac:spMkLst>
              <pc:docMk/>
              <pc:sldMasterMk cId="2940896467" sldId="2147483648"/>
              <pc:sldLayoutMk cId="3393990456" sldId="2147483672"/>
              <ac:spMk id="18" creationId="{12CC8E3F-B2A1-F8CA-0B79-3E642C812BBA}"/>
            </ac:spMkLst>
          </pc:spChg>
          <pc:picChg chg="add del mod">
            <ac:chgData name="Sam Khalil" userId="82cd1ec2-6208-465b-9d4d-40ce8f0cbf96" providerId="ADAL" clId="{651B6F30-EC96-2340-AD4B-07A6B9855D0C}" dt="2025-07-21T08:08:52.775" v="2246" actId="167"/>
            <ac:picMkLst>
              <pc:docMk/>
              <pc:sldMasterMk cId="2940896467" sldId="2147483648"/>
              <pc:sldLayoutMk cId="3393990456" sldId="2147483672"/>
              <ac:picMk id="4" creationId="{E92912F8-6299-B5F5-C99C-1BF14D2F0334}"/>
            </ac:picMkLst>
          </pc:picChg>
          <pc:picChg chg="mod">
            <ac:chgData name="Sam Khalil" userId="82cd1ec2-6208-465b-9d4d-40ce8f0cbf96" providerId="ADAL" clId="{651B6F30-EC96-2340-AD4B-07A6B9855D0C}" dt="2025-07-21T08:08:36.529" v="2240" actId="1076"/>
            <ac:picMkLst>
              <pc:docMk/>
              <pc:sldMasterMk cId="2940896467" sldId="2147483648"/>
              <pc:sldLayoutMk cId="3393990456" sldId="2147483672"/>
              <ac:picMk id="14" creationId="{981C10B9-9817-EB54-2841-E3C1D957E143}"/>
            </ac:picMkLst>
          </pc:picChg>
        </pc:sldLayoutChg>
        <pc:sldLayoutChg chg="addSp modSp mod ord">
          <pc:chgData name="Sam Khalil" userId="82cd1ec2-6208-465b-9d4d-40ce8f0cbf96" providerId="ADAL" clId="{651B6F30-EC96-2340-AD4B-07A6B9855D0C}" dt="2025-07-21T08:11:04.944" v="2496" actId="29295"/>
          <pc:sldLayoutMkLst>
            <pc:docMk/>
            <pc:sldMasterMk cId="2940896467" sldId="2147483648"/>
            <pc:sldLayoutMk cId="2955669845" sldId="2147483673"/>
          </pc:sldLayoutMkLst>
          <pc:spChg chg="add mod">
            <ac:chgData name="Sam Khalil" userId="82cd1ec2-6208-465b-9d4d-40ce8f0cbf96" providerId="ADAL" clId="{651B6F30-EC96-2340-AD4B-07A6B9855D0C}" dt="2025-07-21T08:10:30.455" v="2490" actId="14100"/>
            <ac:spMkLst>
              <pc:docMk/>
              <pc:sldMasterMk cId="2940896467" sldId="2147483648"/>
              <pc:sldLayoutMk cId="2955669845" sldId="2147483673"/>
              <ac:spMk id="2" creationId="{E4D1961F-E19F-CE3C-40E8-F910B0EE5077}"/>
            </ac:spMkLst>
          </pc:spChg>
          <pc:spChg chg="mod">
            <ac:chgData name="Sam Khalil" userId="82cd1ec2-6208-465b-9d4d-40ce8f0cbf96" providerId="ADAL" clId="{651B6F30-EC96-2340-AD4B-07A6B9855D0C}" dt="2025-07-21T08:09:45.759" v="2479" actId="1076"/>
            <ac:spMkLst>
              <pc:docMk/>
              <pc:sldMasterMk cId="2940896467" sldId="2147483648"/>
              <pc:sldLayoutMk cId="2955669845" sldId="2147483673"/>
              <ac:spMk id="13" creationId="{49D92DF9-4B98-A01C-A7B1-352C8B146E6F}"/>
            </ac:spMkLst>
          </pc:spChg>
          <pc:spChg chg="mod">
            <ac:chgData name="Sam Khalil" userId="82cd1ec2-6208-465b-9d4d-40ce8f0cbf96" providerId="ADAL" clId="{651B6F30-EC96-2340-AD4B-07A6B9855D0C}" dt="2025-07-21T08:10:15.058" v="2487" actId="1076"/>
            <ac:spMkLst>
              <pc:docMk/>
              <pc:sldMasterMk cId="2940896467" sldId="2147483648"/>
              <pc:sldLayoutMk cId="2955669845" sldId="2147483673"/>
              <ac:spMk id="18" creationId="{3D76CCEB-1818-1860-AAF8-7A1CA815CF36}"/>
            </ac:spMkLst>
          </pc:spChg>
          <pc:spChg chg="mod">
            <ac:chgData name="Sam Khalil" userId="82cd1ec2-6208-465b-9d4d-40ce8f0cbf96" providerId="ADAL" clId="{651B6F30-EC96-2340-AD4B-07A6B9855D0C}" dt="2025-07-21T08:10:15.058" v="2487" actId="1076"/>
            <ac:spMkLst>
              <pc:docMk/>
              <pc:sldMasterMk cId="2940896467" sldId="2147483648"/>
              <pc:sldLayoutMk cId="2955669845" sldId="2147483673"/>
              <ac:spMk id="19" creationId="{0BCF71B3-5882-0ACA-8F0C-E597CF37495F}"/>
            </ac:spMkLst>
          </pc:spChg>
          <pc:spChg chg="mod">
            <ac:chgData name="Sam Khalil" userId="82cd1ec2-6208-465b-9d4d-40ce8f0cbf96" providerId="ADAL" clId="{651B6F30-EC96-2340-AD4B-07A6B9855D0C}" dt="2025-07-21T08:10:15.058" v="2487" actId="1076"/>
            <ac:spMkLst>
              <pc:docMk/>
              <pc:sldMasterMk cId="2940896467" sldId="2147483648"/>
              <pc:sldLayoutMk cId="2955669845" sldId="2147483673"/>
              <ac:spMk id="20" creationId="{130FC3E6-58A5-9CD0-8116-16B821E0D0D2}"/>
            </ac:spMkLst>
          </pc:spChg>
          <pc:spChg chg="mod">
            <ac:chgData name="Sam Khalil" userId="82cd1ec2-6208-465b-9d4d-40ce8f0cbf96" providerId="ADAL" clId="{651B6F30-EC96-2340-AD4B-07A6B9855D0C}" dt="2025-07-21T08:10:15.058" v="2487" actId="1076"/>
            <ac:spMkLst>
              <pc:docMk/>
              <pc:sldMasterMk cId="2940896467" sldId="2147483648"/>
              <pc:sldLayoutMk cId="2955669845" sldId="2147483673"/>
              <ac:spMk id="21" creationId="{D7ABC5C1-7F24-0E88-1FBE-F391A1D6443E}"/>
            </ac:spMkLst>
          </pc:spChg>
          <pc:spChg chg="mod">
            <ac:chgData name="Sam Khalil" userId="82cd1ec2-6208-465b-9d4d-40ce8f0cbf96" providerId="ADAL" clId="{651B6F30-EC96-2340-AD4B-07A6B9855D0C}" dt="2025-07-21T08:10:15.058" v="2487" actId="1076"/>
            <ac:spMkLst>
              <pc:docMk/>
              <pc:sldMasterMk cId="2940896467" sldId="2147483648"/>
              <pc:sldLayoutMk cId="2955669845" sldId="2147483673"/>
              <ac:spMk id="22" creationId="{45583127-2AD4-6B03-1813-71A4E76C8329}"/>
            </ac:spMkLst>
          </pc:spChg>
          <pc:spChg chg="mod">
            <ac:chgData name="Sam Khalil" userId="82cd1ec2-6208-465b-9d4d-40ce8f0cbf96" providerId="ADAL" clId="{651B6F30-EC96-2340-AD4B-07A6B9855D0C}" dt="2025-07-21T08:10:15.058" v="2487" actId="1076"/>
            <ac:spMkLst>
              <pc:docMk/>
              <pc:sldMasterMk cId="2940896467" sldId="2147483648"/>
              <pc:sldLayoutMk cId="2955669845" sldId="2147483673"/>
              <ac:spMk id="23" creationId="{43C77D6C-536D-288A-9A07-AE2C0979AAAF}"/>
            </ac:spMkLst>
          </pc:spChg>
          <pc:spChg chg="mod">
            <ac:chgData name="Sam Khalil" userId="82cd1ec2-6208-465b-9d4d-40ce8f0cbf96" providerId="ADAL" clId="{651B6F30-EC96-2340-AD4B-07A6B9855D0C}" dt="2025-07-21T08:10:21.949" v="2488" actId="1076"/>
            <ac:spMkLst>
              <pc:docMk/>
              <pc:sldMasterMk cId="2940896467" sldId="2147483648"/>
              <pc:sldLayoutMk cId="2955669845" sldId="2147483673"/>
              <ac:spMk id="24" creationId="{74DF3F49-B1AD-72D3-895F-DCC4FB73D793}"/>
            </ac:spMkLst>
          </pc:spChg>
          <pc:spChg chg="mod">
            <ac:chgData name="Sam Khalil" userId="82cd1ec2-6208-465b-9d4d-40ce8f0cbf96" providerId="ADAL" clId="{651B6F30-EC96-2340-AD4B-07A6B9855D0C}" dt="2025-07-21T08:10:21.949" v="2488" actId="1076"/>
            <ac:spMkLst>
              <pc:docMk/>
              <pc:sldMasterMk cId="2940896467" sldId="2147483648"/>
              <pc:sldLayoutMk cId="2955669845" sldId="2147483673"/>
              <ac:spMk id="25" creationId="{FE001DDF-FBDF-E249-6F7B-99181D69AC28}"/>
            </ac:spMkLst>
          </pc:spChg>
          <pc:spChg chg="mod">
            <ac:chgData name="Sam Khalil" userId="82cd1ec2-6208-465b-9d4d-40ce8f0cbf96" providerId="ADAL" clId="{651B6F30-EC96-2340-AD4B-07A6B9855D0C}" dt="2025-07-21T08:10:21.949" v="2488" actId="1076"/>
            <ac:spMkLst>
              <pc:docMk/>
              <pc:sldMasterMk cId="2940896467" sldId="2147483648"/>
              <pc:sldLayoutMk cId="2955669845" sldId="2147483673"/>
              <ac:spMk id="26" creationId="{86912470-7B43-22A2-00D0-17B9520EA500}"/>
            </ac:spMkLst>
          </pc:spChg>
          <pc:spChg chg="mod">
            <ac:chgData name="Sam Khalil" userId="82cd1ec2-6208-465b-9d4d-40ce8f0cbf96" providerId="ADAL" clId="{651B6F30-EC96-2340-AD4B-07A6B9855D0C}" dt="2025-07-21T08:10:21.949" v="2488" actId="1076"/>
            <ac:spMkLst>
              <pc:docMk/>
              <pc:sldMasterMk cId="2940896467" sldId="2147483648"/>
              <pc:sldLayoutMk cId="2955669845" sldId="2147483673"/>
              <ac:spMk id="27" creationId="{DD4101A6-1B1B-4243-E876-B17CEA780A39}"/>
            </ac:spMkLst>
          </pc:spChg>
          <pc:spChg chg="mod">
            <ac:chgData name="Sam Khalil" userId="82cd1ec2-6208-465b-9d4d-40ce8f0cbf96" providerId="ADAL" clId="{651B6F30-EC96-2340-AD4B-07A6B9855D0C}" dt="2025-07-21T08:10:21.949" v="2488" actId="1076"/>
            <ac:spMkLst>
              <pc:docMk/>
              <pc:sldMasterMk cId="2940896467" sldId="2147483648"/>
              <pc:sldLayoutMk cId="2955669845" sldId="2147483673"/>
              <ac:spMk id="43" creationId="{DE242BD1-E8F0-2635-BF7D-9643DA4A8844}"/>
            </ac:spMkLst>
          </pc:spChg>
          <pc:picChg chg="mod">
            <ac:chgData name="Sam Khalil" userId="82cd1ec2-6208-465b-9d4d-40ce8f0cbf96" providerId="ADAL" clId="{651B6F30-EC96-2340-AD4B-07A6B9855D0C}" dt="2025-07-21T08:10:15.058" v="2487" actId="1076"/>
            <ac:picMkLst>
              <pc:docMk/>
              <pc:sldMasterMk cId="2940896467" sldId="2147483648"/>
              <pc:sldLayoutMk cId="2955669845" sldId="2147483673"/>
              <ac:picMk id="28" creationId="{BBAD7591-F744-4098-E06F-543F90015B7A}"/>
            </ac:picMkLst>
          </pc:picChg>
          <pc:picChg chg="mod">
            <ac:chgData name="Sam Khalil" userId="82cd1ec2-6208-465b-9d4d-40ce8f0cbf96" providerId="ADAL" clId="{651B6F30-EC96-2340-AD4B-07A6B9855D0C}" dt="2025-07-21T08:10:21.949" v="2488" actId="1076"/>
            <ac:picMkLst>
              <pc:docMk/>
              <pc:sldMasterMk cId="2940896467" sldId="2147483648"/>
              <pc:sldLayoutMk cId="2955669845" sldId="2147483673"/>
              <ac:picMk id="29" creationId="{95D0FA04-3AB7-EAAA-0E84-5E95CEFF0D4F}"/>
            </ac:picMkLst>
          </pc:picChg>
          <pc:picChg chg="mod">
            <ac:chgData name="Sam Khalil" userId="82cd1ec2-6208-465b-9d4d-40ce8f0cbf96" providerId="ADAL" clId="{651B6F30-EC96-2340-AD4B-07A6B9855D0C}" dt="2025-07-21T08:10:15.058" v="2487" actId="1076"/>
            <ac:picMkLst>
              <pc:docMk/>
              <pc:sldMasterMk cId="2940896467" sldId="2147483648"/>
              <pc:sldLayoutMk cId="2955669845" sldId="2147483673"/>
              <ac:picMk id="30" creationId="{D2732E4D-CDD3-0A02-898B-AAE31D61CD92}"/>
            </ac:picMkLst>
          </pc:picChg>
          <pc:picChg chg="mod">
            <ac:chgData name="Sam Khalil" userId="82cd1ec2-6208-465b-9d4d-40ce8f0cbf96" providerId="ADAL" clId="{651B6F30-EC96-2340-AD4B-07A6B9855D0C}" dt="2025-07-21T08:10:15.058" v="2487" actId="1076"/>
            <ac:picMkLst>
              <pc:docMk/>
              <pc:sldMasterMk cId="2940896467" sldId="2147483648"/>
              <pc:sldLayoutMk cId="2955669845" sldId="2147483673"/>
              <ac:picMk id="31" creationId="{327537E7-188C-632A-88A4-0CDB609626B8}"/>
            </ac:picMkLst>
          </pc:picChg>
          <pc:picChg chg="mod">
            <ac:chgData name="Sam Khalil" userId="82cd1ec2-6208-465b-9d4d-40ce8f0cbf96" providerId="ADAL" clId="{651B6F30-EC96-2340-AD4B-07A6B9855D0C}" dt="2025-07-21T08:09:59.562" v="2484" actId="1076"/>
            <ac:picMkLst>
              <pc:docMk/>
              <pc:sldMasterMk cId="2940896467" sldId="2147483648"/>
              <pc:sldLayoutMk cId="2955669845" sldId="2147483673"/>
              <ac:picMk id="33" creationId="{D4538602-E74E-0718-5FA7-047BC0C9B4DC}"/>
            </ac:picMkLst>
          </pc:picChg>
          <pc:picChg chg="mod">
            <ac:chgData name="Sam Khalil" userId="82cd1ec2-6208-465b-9d4d-40ce8f0cbf96" providerId="ADAL" clId="{651B6F30-EC96-2340-AD4B-07A6B9855D0C}" dt="2025-07-21T08:10:15.058" v="2487" actId="1076"/>
            <ac:picMkLst>
              <pc:docMk/>
              <pc:sldMasterMk cId="2940896467" sldId="2147483648"/>
              <pc:sldLayoutMk cId="2955669845" sldId="2147483673"/>
              <ac:picMk id="34" creationId="{5E7BF02C-615A-3088-AF8E-15E632D47456}"/>
            </ac:picMkLst>
          </pc:picChg>
          <pc:picChg chg="mod">
            <ac:chgData name="Sam Khalil" userId="82cd1ec2-6208-465b-9d4d-40ce8f0cbf96" providerId="ADAL" clId="{651B6F30-EC96-2340-AD4B-07A6B9855D0C}" dt="2025-07-21T08:10:21.949" v="2488" actId="1076"/>
            <ac:picMkLst>
              <pc:docMk/>
              <pc:sldMasterMk cId="2940896467" sldId="2147483648"/>
              <pc:sldLayoutMk cId="2955669845" sldId="2147483673"/>
              <ac:picMk id="35" creationId="{5AA8A8E1-06B7-4373-90E9-1E30C3724DEB}"/>
            </ac:picMkLst>
          </pc:picChg>
          <pc:picChg chg="mod">
            <ac:chgData name="Sam Khalil" userId="82cd1ec2-6208-465b-9d4d-40ce8f0cbf96" providerId="ADAL" clId="{651B6F30-EC96-2340-AD4B-07A6B9855D0C}" dt="2025-07-21T08:11:04.944" v="2496" actId="29295"/>
            <ac:picMkLst>
              <pc:docMk/>
              <pc:sldMasterMk cId="2940896467" sldId="2147483648"/>
              <pc:sldLayoutMk cId="2955669845" sldId="2147483673"/>
              <ac:picMk id="37" creationId="{21C476F9-E6D3-0A4B-C426-8A1E5FB20E13}"/>
            </ac:picMkLst>
          </pc:picChg>
          <pc:picChg chg="mod">
            <ac:chgData name="Sam Khalil" userId="82cd1ec2-6208-465b-9d4d-40ce8f0cbf96" providerId="ADAL" clId="{651B6F30-EC96-2340-AD4B-07A6B9855D0C}" dt="2025-07-21T08:11:04.944" v="2496" actId="29295"/>
            <ac:picMkLst>
              <pc:docMk/>
              <pc:sldMasterMk cId="2940896467" sldId="2147483648"/>
              <pc:sldLayoutMk cId="2955669845" sldId="2147483673"/>
              <ac:picMk id="38" creationId="{F2D5E519-A47C-7694-5CD1-E81E57C25B5D}"/>
            </ac:picMkLst>
          </pc:picChg>
          <pc:picChg chg="mod">
            <ac:chgData name="Sam Khalil" userId="82cd1ec2-6208-465b-9d4d-40ce8f0cbf96" providerId="ADAL" clId="{651B6F30-EC96-2340-AD4B-07A6B9855D0C}" dt="2025-07-21T08:11:04.944" v="2496" actId="29295"/>
            <ac:picMkLst>
              <pc:docMk/>
              <pc:sldMasterMk cId="2940896467" sldId="2147483648"/>
              <pc:sldLayoutMk cId="2955669845" sldId="2147483673"/>
              <ac:picMk id="39" creationId="{72E483E8-247A-32FF-E55C-B3B693F060F8}"/>
            </ac:picMkLst>
          </pc:picChg>
          <pc:picChg chg="mod">
            <ac:chgData name="Sam Khalil" userId="82cd1ec2-6208-465b-9d4d-40ce8f0cbf96" providerId="ADAL" clId="{651B6F30-EC96-2340-AD4B-07A6B9855D0C}" dt="2025-07-21T08:11:04.944" v="2496" actId="29295"/>
            <ac:picMkLst>
              <pc:docMk/>
              <pc:sldMasterMk cId="2940896467" sldId="2147483648"/>
              <pc:sldLayoutMk cId="2955669845" sldId="2147483673"/>
              <ac:picMk id="40" creationId="{76DB1012-F4EF-F66E-9015-3D60A0635AF3}"/>
            </ac:picMkLst>
          </pc:picChg>
          <pc:picChg chg="mod">
            <ac:chgData name="Sam Khalil" userId="82cd1ec2-6208-465b-9d4d-40ce8f0cbf96" providerId="ADAL" clId="{651B6F30-EC96-2340-AD4B-07A6B9855D0C}" dt="2025-07-21T08:11:04.944" v="2496" actId="29295"/>
            <ac:picMkLst>
              <pc:docMk/>
              <pc:sldMasterMk cId="2940896467" sldId="2147483648"/>
              <pc:sldLayoutMk cId="2955669845" sldId="2147483673"/>
              <ac:picMk id="41" creationId="{AD420B4B-954A-D141-F1E8-0FE269447133}"/>
            </ac:picMkLst>
          </pc:picChg>
          <pc:picChg chg="mod">
            <ac:chgData name="Sam Khalil" userId="82cd1ec2-6208-465b-9d4d-40ce8f0cbf96" providerId="ADAL" clId="{651B6F30-EC96-2340-AD4B-07A6B9855D0C}" dt="2025-07-21T08:11:04.944" v="2496" actId="29295"/>
            <ac:picMkLst>
              <pc:docMk/>
              <pc:sldMasterMk cId="2940896467" sldId="2147483648"/>
              <pc:sldLayoutMk cId="2955669845" sldId="2147483673"/>
              <ac:picMk id="42" creationId="{A3FE8608-9DB4-ACFD-20F0-E31C800B57D1}"/>
            </ac:picMkLst>
          </pc:picChg>
          <pc:picChg chg="mod">
            <ac:chgData name="Sam Khalil" userId="82cd1ec2-6208-465b-9d4d-40ce8f0cbf96" providerId="ADAL" clId="{651B6F30-EC96-2340-AD4B-07A6B9855D0C}" dt="2025-07-21T08:10:09.122" v="2486" actId="1076"/>
            <ac:picMkLst>
              <pc:docMk/>
              <pc:sldMasterMk cId="2940896467" sldId="2147483648"/>
              <pc:sldLayoutMk cId="2955669845" sldId="2147483673"/>
              <ac:picMk id="44" creationId="{B215E11D-C506-B6AF-57D4-6EDD9DBD59BE}"/>
            </ac:picMkLst>
          </pc:picChg>
          <pc:picChg chg="mod">
            <ac:chgData name="Sam Khalil" userId="82cd1ec2-6208-465b-9d4d-40ce8f0cbf96" providerId="ADAL" clId="{651B6F30-EC96-2340-AD4B-07A6B9855D0C}" dt="2025-07-21T08:10:21.949" v="2488" actId="1076"/>
            <ac:picMkLst>
              <pc:docMk/>
              <pc:sldMasterMk cId="2940896467" sldId="2147483648"/>
              <pc:sldLayoutMk cId="2955669845" sldId="2147483673"/>
              <ac:picMk id="45" creationId="{65D7D50D-033A-59ED-8EEA-390729267733}"/>
            </ac:picMkLst>
          </pc:picChg>
          <pc:picChg chg="mod">
            <ac:chgData name="Sam Khalil" userId="82cd1ec2-6208-465b-9d4d-40ce8f0cbf96" providerId="ADAL" clId="{651B6F30-EC96-2340-AD4B-07A6B9855D0C}" dt="2025-07-21T08:09:59.562" v="2484" actId="1076"/>
            <ac:picMkLst>
              <pc:docMk/>
              <pc:sldMasterMk cId="2940896467" sldId="2147483648"/>
              <pc:sldLayoutMk cId="2955669845" sldId="2147483673"/>
              <ac:picMk id="46" creationId="{3AFCA702-B7A3-1F38-1616-7308C99E9BDE}"/>
            </ac:picMkLst>
          </pc:picChg>
        </pc:sldLayoutChg>
        <pc:sldLayoutChg chg="modSp add mod ord modTransition">
          <pc:chgData name="Sam Khalil" userId="82cd1ec2-6208-465b-9d4d-40ce8f0cbf96" providerId="ADAL" clId="{651B6F30-EC96-2340-AD4B-07A6B9855D0C}" dt="2025-07-17T09:55:36.490" v="947" actId="20577"/>
          <pc:sldLayoutMkLst>
            <pc:docMk/>
            <pc:sldMasterMk cId="2940896467" sldId="2147483648"/>
            <pc:sldLayoutMk cId="374089928" sldId="2147483674"/>
          </pc:sldLayoutMkLst>
        </pc:sldLayoutChg>
        <pc:sldLayoutChg chg="addSp delSp modSp mod ord">
          <pc:chgData name="Sam Khalil" userId="82cd1ec2-6208-465b-9d4d-40ce8f0cbf96" providerId="ADAL" clId="{651B6F30-EC96-2340-AD4B-07A6B9855D0C}" dt="2025-07-21T08:07:35.499" v="2207"/>
          <pc:sldLayoutMkLst>
            <pc:docMk/>
            <pc:sldMasterMk cId="2940896467" sldId="2147483648"/>
            <pc:sldLayoutMk cId="1049941252" sldId="2147483675"/>
          </pc:sldLayoutMkLst>
          <pc:spChg chg="mod">
            <ac:chgData name="Sam Khalil" userId="82cd1ec2-6208-465b-9d4d-40ce8f0cbf96" providerId="ADAL" clId="{651B6F30-EC96-2340-AD4B-07A6B9855D0C}" dt="2025-07-17T11:14:31.169" v="972"/>
            <ac:spMkLst>
              <pc:docMk/>
              <pc:sldMasterMk cId="2940896467" sldId="2147483648"/>
              <pc:sldLayoutMk cId="1049941252" sldId="2147483675"/>
              <ac:spMk id="2" creationId="{3CD97974-B93C-4C96-B3F6-F69E3D6DE6CA}"/>
            </ac:spMkLst>
          </pc:spChg>
          <pc:spChg chg="add mod">
            <ac:chgData name="Sam Khalil" userId="82cd1ec2-6208-465b-9d4d-40ce8f0cbf96" providerId="ADAL" clId="{651B6F30-EC96-2340-AD4B-07A6B9855D0C}" dt="2025-07-21T08:06:45.805" v="2167" actId="1076"/>
            <ac:spMkLst>
              <pc:docMk/>
              <pc:sldMasterMk cId="2940896467" sldId="2147483648"/>
              <pc:sldLayoutMk cId="1049941252" sldId="2147483675"/>
              <ac:spMk id="3" creationId="{B62AA6DB-552A-718F-DB54-C39FC857289E}"/>
            </ac:spMkLst>
          </pc:spChg>
          <pc:spChg chg="add mod">
            <ac:chgData name="Sam Khalil" userId="82cd1ec2-6208-465b-9d4d-40ce8f0cbf96" providerId="ADAL" clId="{651B6F30-EC96-2340-AD4B-07A6B9855D0C}" dt="2025-07-21T08:07:33.541" v="2205"/>
            <ac:spMkLst>
              <pc:docMk/>
              <pc:sldMasterMk cId="2940896467" sldId="2147483648"/>
              <pc:sldLayoutMk cId="1049941252" sldId="2147483675"/>
              <ac:spMk id="4" creationId="{127F3D65-4217-C7DF-99AC-5D0069212872}"/>
            </ac:spMkLst>
          </pc:spChg>
          <pc:spChg chg="add mod">
            <ac:chgData name="Sam Khalil" userId="82cd1ec2-6208-465b-9d4d-40ce8f0cbf96" providerId="ADAL" clId="{651B6F30-EC96-2340-AD4B-07A6B9855D0C}" dt="2025-07-21T08:06:41.036" v="2166" actId="1076"/>
            <ac:spMkLst>
              <pc:docMk/>
              <pc:sldMasterMk cId="2940896467" sldId="2147483648"/>
              <pc:sldLayoutMk cId="1049941252" sldId="2147483675"/>
              <ac:spMk id="5" creationId="{3EC742A8-1DE0-BB3C-0CAC-88DE22F8BB50}"/>
            </ac:spMkLst>
          </pc:spChg>
          <pc:spChg chg="add del mod">
            <ac:chgData name="Sam Khalil" userId="82cd1ec2-6208-465b-9d4d-40ce8f0cbf96" providerId="ADAL" clId="{651B6F30-EC96-2340-AD4B-07A6B9855D0C}" dt="2025-07-21T08:07:29.210" v="2201"/>
            <ac:spMkLst>
              <pc:docMk/>
              <pc:sldMasterMk cId="2940896467" sldId="2147483648"/>
              <pc:sldLayoutMk cId="1049941252" sldId="2147483675"/>
              <ac:spMk id="6" creationId="{78C25294-674A-0237-57DC-CE5D5F857C77}"/>
            </ac:spMkLst>
          </pc:spChg>
          <pc:spChg chg="add mod">
            <ac:chgData name="Sam Khalil" userId="82cd1ec2-6208-465b-9d4d-40ce8f0cbf96" providerId="ADAL" clId="{651B6F30-EC96-2340-AD4B-07A6B9855D0C}" dt="2025-07-21T08:06:41.036" v="2166" actId="1076"/>
            <ac:spMkLst>
              <pc:docMk/>
              <pc:sldMasterMk cId="2940896467" sldId="2147483648"/>
              <pc:sldLayoutMk cId="1049941252" sldId="2147483675"/>
              <ac:spMk id="7" creationId="{B52E7DE5-AE9F-8300-785A-713154A75462}"/>
            </ac:spMkLst>
          </pc:spChg>
          <pc:spChg chg="add mod">
            <ac:chgData name="Sam Khalil" userId="82cd1ec2-6208-465b-9d4d-40ce8f0cbf96" providerId="ADAL" clId="{651B6F30-EC96-2340-AD4B-07A6B9855D0C}" dt="2025-07-21T08:06:45.805" v="2167" actId="1076"/>
            <ac:spMkLst>
              <pc:docMk/>
              <pc:sldMasterMk cId="2940896467" sldId="2147483648"/>
              <pc:sldLayoutMk cId="1049941252" sldId="2147483675"/>
              <ac:spMk id="8" creationId="{DCEA0E39-252E-0FD3-E342-D8B9B2DD48A8}"/>
            </ac:spMkLst>
          </pc:spChg>
          <pc:spChg chg="add mod">
            <ac:chgData name="Sam Khalil" userId="82cd1ec2-6208-465b-9d4d-40ce8f0cbf96" providerId="ADAL" clId="{651B6F30-EC96-2340-AD4B-07A6B9855D0C}" dt="2025-07-21T08:07:26.618" v="2199"/>
            <ac:spMkLst>
              <pc:docMk/>
              <pc:sldMasterMk cId="2940896467" sldId="2147483648"/>
              <pc:sldLayoutMk cId="1049941252" sldId="2147483675"/>
              <ac:spMk id="9" creationId="{07863F40-906D-B17E-DD34-0C4676049440}"/>
            </ac:spMkLst>
          </pc:spChg>
          <pc:spChg chg="add mod">
            <ac:chgData name="Sam Khalil" userId="82cd1ec2-6208-465b-9d4d-40ce8f0cbf96" providerId="ADAL" clId="{651B6F30-EC96-2340-AD4B-07A6B9855D0C}" dt="2025-07-21T08:06:45.805" v="2167" actId="1076"/>
            <ac:spMkLst>
              <pc:docMk/>
              <pc:sldMasterMk cId="2940896467" sldId="2147483648"/>
              <pc:sldLayoutMk cId="1049941252" sldId="2147483675"/>
              <ac:spMk id="10" creationId="{043770B4-6CFD-292F-F28C-20F74E151142}"/>
            </ac:spMkLst>
          </pc:spChg>
          <pc:spChg chg="add mod">
            <ac:chgData name="Sam Khalil" userId="82cd1ec2-6208-465b-9d4d-40ce8f0cbf96" providerId="ADAL" clId="{651B6F30-EC96-2340-AD4B-07A6B9855D0C}" dt="2025-07-21T08:07:31.485" v="2203"/>
            <ac:spMkLst>
              <pc:docMk/>
              <pc:sldMasterMk cId="2940896467" sldId="2147483648"/>
              <pc:sldLayoutMk cId="1049941252" sldId="2147483675"/>
              <ac:spMk id="11" creationId="{F718040C-7B8A-9487-484F-776F0815B5C6}"/>
            </ac:spMkLst>
          </pc:spChg>
          <pc:spChg chg="add mod">
            <ac:chgData name="Sam Khalil" userId="82cd1ec2-6208-465b-9d4d-40ce8f0cbf96" providerId="ADAL" clId="{651B6F30-EC96-2340-AD4B-07A6B9855D0C}" dt="2025-07-21T08:06:41.036" v="2166" actId="1076"/>
            <ac:spMkLst>
              <pc:docMk/>
              <pc:sldMasterMk cId="2940896467" sldId="2147483648"/>
              <pc:sldLayoutMk cId="1049941252" sldId="2147483675"/>
              <ac:spMk id="12" creationId="{C9C69509-EA90-629E-7594-6FF7D385A0E7}"/>
            </ac:spMkLst>
          </pc:spChg>
          <pc:spChg chg="add mod">
            <ac:chgData name="Sam Khalil" userId="82cd1ec2-6208-465b-9d4d-40ce8f0cbf96" providerId="ADAL" clId="{651B6F30-EC96-2340-AD4B-07A6B9855D0C}" dt="2025-07-21T08:07:27.788" v="2200"/>
            <ac:spMkLst>
              <pc:docMk/>
              <pc:sldMasterMk cId="2940896467" sldId="2147483648"/>
              <pc:sldLayoutMk cId="1049941252" sldId="2147483675"/>
              <ac:spMk id="13" creationId="{72AA8F7B-26F0-198C-F59E-D4EAAA390678}"/>
            </ac:spMkLst>
          </pc:spChg>
          <pc:spChg chg="add mod">
            <ac:chgData name="Sam Khalil" userId="82cd1ec2-6208-465b-9d4d-40ce8f0cbf96" providerId="ADAL" clId="{651B6F30-EC96-2340-AD4B-07A6B9855D0C}" dt="2025-07-21T08:07:35.499" v="2207"/>
            <ac:spMkLst>
              <pc:docMk/>
              <pc:sldMasterMk cId="2940896467" sldId="2147483648"/>
              <pc:sldLayoutMk cId="1049941252" sldId="2147483675"/>
              <ac:spMk id="14" creationId="{BCEDE17A-C31D-39B6-1DD5-DFF09F743405}"/>
            </ac:spMkLst>
          </pc:spChg>
          <pc:spChg chg="add mod">
            <ac:chgData name="Sam Khalil" userId="82cd1ec2-6208-465b-9d4d-40ce8f0cbf96" providerId="ADAL" clId="{651B6F30-EC96-2340-AD4B-07A6B9855D0C}" dt="2025-07-21T08:06:35.192" v="2165" actId="167"/>
            <ac:spMkLst>
              <pc:docMk/>
              <pc:sldMasterMk cId="2940896467" sldId="2147483648"/>
              <pc:sldLayoutMk cId="1049941252" sldId="2147483675"/>
              <ac:spMk id="15" creationId="{A947E235-B803-CB82-33BD-ED0DA2439F22}"/>
            </ac:spMkLst>
          </pc:spChg>
        </pc:sldLayoutChg>
        <pc:sldLayoutChg chg="addSp delSp modSp add mod ord modTransition">
          <pc:chgData name="Sam Khalil" userId="82cd1ec2-6208-465b-9d4d-40ce8f0cbf96" providerId="ADAL" clId="{651B6F30-EC96-2340-AD4B-07A6B9855D0C}" dt="2025-07-21T08:07:59.793" v="2234" actId="20577"/>
          <pc:sldLayoutMkLst>
            <pc:docMk/>
            <pc:sldMasterMk cId="2940896467" sldId="2147483648"/>
            <pc:sldLayoutMk cId="88811751" sldId="2147483676"/>
          </pc:sldLayoutMkLst>
          <pc:spChg chg="mod">
            <ac:chgData name="Sam Khalil" userId="82cd1ec2-6208-465b-9d4d-40ce8f0cbf96" providerId="ADAL" clId="{651B6F30-EC96-2340-AD4B-07A6B9855D0C}" dt="2025-07-21T08:07:59.793" v="2234" actId="20577"/>
            <ac:spMkLst>
              <pc:docMk/>
              <pc:sldMasterMk cId="2940896467" sldId="2147483648"/>
              <pc:sldLayoutMk cId="88811751" sldId="2147483676"/>
              <ac:spMk id="3" creationId="{8A6FC6F2-80B4-49A7-9448-33FE2DF0E967}"/>
            </ac:spMkLst>
          </pc:spChg>
          <pc:spChg chg="add mod">
            <ac:chgData name="Sam Khalil" userId="82cd1ec2-6208-465b-9d4d-40ce8f0cbf96" providerId="ADAL" clId="{651B6F30-EC96-2340-AD4B-07A6B9855D0C}" dt="2025-07-21T08:07:48.278" v="2210" actId="167"/>
            <ac:spMkLst>
              <pc:docMk/>
              <pc:sldMasterMk cId="2940896467" sldId="2147483648"/>
              <pc:sldLayoutMk cId="88811751" sldId="2147483676"/>
              <ac:spMk id="4" creationId="{BE22977E-9585-6DDE-2FD8-59AEA03AE068}"/>
            </ac:spMkLst>
          </pc:spChg>
        </pc:sldLayoutChg>
        <pc:sldLayoutChg chg="modSp add mod modTransition">
          <pc:chgData name="Sam Khalil" userId="82cd1ec2-6208-465b-9d4d-40ce8f0cbf96" providerId="ADAL" clId="{651B6F30-EC96-2340-AD4B-07A6B9855D0C}" dt="2025-07-17T22:12:58.955" v="1348" actId="962"/>
          <pc:sldLayoutMkLst>
            <pc:docMk/>
            <pc:sldMasterMk cId="2940896467" sldId="2147483648"/>
            <pc:sldLayoutMk cId="3855316400" sldId="2147483677"/>
          </pc:sldLayoutMkLst>
          <pc:spChg chg="mod">
            <ac:chgData name="Sam Khalil" userId="82cd1ec2-6208-465b-9d4d-40ce8f0cbf96" providerId="ADAL" clId="{651B6F30-EC96-2340-AD4B-07A6B9855D0C}" dt="2025-07-17T22:12:58.955" v="1348" actId="962"/>
            <ac:spMkLst>
              <pc:docMk/>
              <pc:sldMasterMk cId="2940896467" sldId="2147483648"/>
              <pc:sldLayoutMk cId="3855316400" sldId="2147483677"/>
              <ac:spMk id="15" creationId="{6AB10746-1273-02BA-C457-602DEDA7F5F4}"/>
            </ac:spMkLst>
          </pc:spChg>
        </pc:sldLayoutChg>
        <pc:sldLayoutChg chg="addSp delSp modSp add mod modTransition">
          <pc:chgData name="Sam Khalil" userId="82cd1ec2-6208-465b-9d4d-40ce8f0cbf96" providerId="ADAL" clId="{651B6F30-EC96-2340-AD4B-07A6B9855D0C}" dt="2025-07-21T08:07:22.700" v="2197"/>
          <pc:sldLayoutMkLst>
            <pc:docMk/>
            <pc:sldMasterMk cId="2940896467" sldId="2147483648"/>
            <pc:sldLayoutMk cId="2538074859" sldId="2147483678"/>
          </pc:sldLayoutMkLst>
          <pc:spChg chg="mod">
            <ac:chgData name="Sam Khalil" userId="82cd1ec2-6208-465b-9d4d-40ce8f0cbf96" providerId="ADAL" clId="{651B6F30-EC96-2340-AD4B-07A6B9855D0C}" dt="2025-07-21T08:07:07.892" v="2172" actId="1076"/>
            <ac:spMkLst>
              <pc:docMk/>
              <pc:sldMasterMk cId="2940896467" sldId="2147483648"/>
              <pc:sldLayoutMk cId="2538074859" sldId="2147483678"/>
              <ac:spMk id="3" creationId="{B62AA6DB-552A-718F-DB54-C39FC857289E}"/>
            </ac:spMkLst>
          </pc:spChg>
          <pc:spChg chg="mod">
            <ac:chgData name="Sam Khalil" userId="82cd1ec2-6208-465b-9d4d-40ce8f0cbf96" providerId="ADAL" clId="{651B6F30-EC96-2340-AD4B-07A6B9855D0C}" dt="2025-07-21T08:07:22.700" v="2197"/>
            <ac:spMkLst>
              <pc:docMk/>
              <pc:sldMasterMk cId="2940896467" sldId="2147483648"/>
              <pc:sldLayoutMk cId="2538074859" sldId="2147483678"/>
              <ac:spMk id="4" creationId="{127F3D65-4217-C7DF-99AC-5D0069212872}"/>
            </ac:spMkLst>
          </pc:spChg>
          <pc:spChg chg="add mod">
            <ac:chgData name="Sam Khalil" userId="82cd1ec2-6208-465b-9d4d-40ce8f0cbf96" providerId="ADAL" clId="{651B6F30-EC96-2340-AD4B-07A6B9855D0C}" dt="2025-07-21T08:06:56.521" v="2170" actId="167"/>
            <ac:spMkLst>
              <pc:docMk/>
              <pc:sldMasterMk cId="2940896467" sldId="2147483648"/>
              <pc:sldLayoutMk cId="2538074859" sldId="2147483678"/>
              <ac:spMk id="5" creationId="{E016E7B1-923A-B9B7-53D4-CEA8E79FC61D}"/>
            </ac:spMkLst>
          </pc:spChg>
          <pc:spChg chg="mod">
            <ac:chgData name="Sam Khalil" userId="82cd1ec2-6208-465b-9d4d-40ce8f0cbf96" providerId="ADAL" clId="{651B6F30-EC96-2340-AD4B-07A6B9855D0C}" dt="2025-07-21T08:07:02.184" v="2171" actId="1076"/>
            <ac:spMkLst>
              <pc:docMk/>
              <pc:sldMasterMk cId="2940896467" sldId="2147483648"/>
              <pc:sldLayoutMk cId="2538074859" sldId="2147483678"/>
              <ac:spMk id="7" creationId="{B52E7DE5-AE9F-8300-785A-713154A75462}"/>
            </ac:spMkLst>
          </pc:spChg>
          <pc:spChg chg="mod">
            <ac:chgData name="Sam Khalil" userId="82cd1ec2-6208-465b-9d4d-40ce8f0cbf96" providerId="ADAL" clId="{651B6F30-EC96-2340-AD4B-07A6B9855D0C}" dt="2025-07-21T08:07:14.822" v="2191" actId="20577"/>
            <ac:spMkLst>
              <pc:docMk/>
              <pc:sldMasterMk cId="2940896467" sldId="2147483648"/>
              <pc:sldLayoutMk cId="2538074859" sldId="2147483678"/>
              <ac:spMk id="9" creationId="{07863F40-906D-B17E-DD34-0C4676049440}"/>
            </ac:spMkLst>
          </pc:spChg>
          <pc:spChg chg="mod">
            <ac:chgData name="Sam Khalil" userId="82cd1ec2-6208-465b-9d4d-40ce8f0cbf96" providerId="ADAL" clId="{651B6F30-EC96-2340-AD4B-07A6B9855D0C}" dt="2025-07-21T08:07:07.892" v="2172" actId="1076"/>
            <ac:spMkLst>
              <pc:docMk/>
              <pc:sldMasterMk cId="2940896467" sldId="2147483648"/>
              <pc:sldLayoutMk cId="2538074859" sldId="2147483678"/>
              <ac:spMk id="10" creationId="{043770B4-6CFD-292F-F28C-20F74E151142}"/>
            </ac:spMkLst>
          </pc:spChg>
          <pc:spChg chg="mod">
            <ac:chgData name="Sam Khalil" userId="82cd1ec2-6208-465b-9d4d-40ce8f0cbf96" providerId="ADAL" clId="{651B6F30-EC96-2340-AD4B-07A6B9855D0C}" dt="2025-07-21T08:07:20.929" v="2195"/>
            <ac:spMkLst>
              <pc:docMk/>
              <pc:sldMasterMk cId="2940896467" sldId="2147483648"/>
              <pc:sldLayoutMk cId="2538074859" sldId="2147483678"/>
              <ac:spMk id="11" creationId="{F718040C-7B8A-9487-484F-776F0815B5C6}"/>
            </ac:spMkLst>
          </pc:spChg>
          <pc:spChg chg="mod">
            <ac:chgData name="Sam Khalil" userId="82cd1ec2-6208-465b-9d4d-40ce8f0cbf96" providerId="ADAL" clId="{651B6F30-EC96-2340-AD4B-07A6B9855D0C}" dt="2025-07-21T08:07:02.184" v="2171" actId="1076"/>
            <ac:spMkLst>
              <pc:docMk/>
              <pc:sldMasterMk cId="2940896467" sldId="2147483648"/>
              <pc:sldLayoutMk cId="2538074859" sldId="2147483678"/>
              <ac:spMk id="12" creationId="{C9C69509-EA90-629E-7594-6FF7D385A0E7}"/>
            </ac:spMkLst>
          </pc:spChg>
          <pc:spChg chg="mod">
            <ac:chgData name="Sam Khalil" userId="82cd1ec2-6208-465b-9d4d-40ce8f0cbf96" providerId="ADAL" clId="{651B6F30-EC96-2340-AD4B-07A6B9855D0C}" dt="2025-07-21T08:07:18.652" v="2193"/>
            <ac:spMkLst>
              <pc:docMk/>
              <pc:sldMasterMk cId="2940896467" sldId="2147483648"/>
              <pc:sldLayoutMk cId="2538074859" sldId="2147483678"/>
              <ac:spMk id="13" creationId="{72AA8F7B-26F0-198C-F59E-D4EAAA390678}"/>
            </ac:spMkLst>
          </pc:spChg>
        </pc:sldLayoutChg>
      </pc:sldMasterChg>
    </pc:docChg>
  </pc:docChgLst>
  <pc:docChgLst>
    <pc:chgData name="Sam Khalil" userId="82cd1ec2-6208-465b-9d4d-40ce8f0cbf96" providerId="ADAL" clId="{EDFF173F-DF9C-D14E-964C-429E56C8376C}"/>
    <pc:docChg chg="modMainMaster">
      <pc:chgData name="Sam Khalil" userId="82cd1ec2-6208-465b-9d4d-40ce8f0cbf96" providerId="ADAL" clId="{EDFF173F-DF9C-D14E-964C-429E56C8376C}" dt="2025-08-11T07:57:31.112" v="0" actId="1076"/>
      <pc:docMkLst>
        <pc:docMk/>
      </pc:docMkLst>
      <pc:sldMasterChg chg="modSldLayout">
        <pc:chgData name="Sam Khalil" userId="82cd1ec2-6208-465b-9d4d-40ce8f0cbf96" providerId="ADAL" clId="{EDFF173F-DF9C-D14E-964C-429E56C8376C}" dt="2025-08-11T07:57:31.112" v="0" actId="1076"/>
        <pc:sldMasterMkLst>
          <pc:docMk/>
          <pc:sldMasterMk cId="2940896467" sldId="2147483648"/>
        </pc:sldMasterMkLst>
        <pc:sldLayoutChg chg="modSp mod">
          <pc:chgData name="Sam Khalil" userId="82cd1ec2-6208-465b-9d4d-40ce8f0cbf96" providerId="ADAL" clId="{EDFF173F-DF9C-D14E-964C-429E56C8376C}" dt="2025-08-11T07:57:31.112" v="0" actId="1076"/>
          <pc:sldLayoutMkLst>
            <pc:docMk/>
            <pc:sldMasterMk cId="2940896467" sldId="2147483648"/>
            <pc:sldLayoutMk cId="3074954578" sldId="2147483650"/>
          </pc:sldLayoutMkLst>
          <pc:spChg chg="mod">
            <ac:chgData name="Sam Khalil" userId="82cd1ec2-6208-465b-9d4d-40ce8f0cbf96" providerId="ADAL" clId="{EDFF173F-DF9C-D14E-964C-429E56C8376C}" dt="2025-08-11T07:57:31.112" v="0" actId="1076"/>
            <ac:spMkLst>
              <pc:docMk/>
              <pc:sldMasterMk cId="2940896467" sldId="2147483648"/>
              <pc:sldLayoutMk cId="3074954578" sldId="2147483650"/>
              <ac:spMk id="5" creationId="{4286C11B-CD57-AE94-2379-3F6FBE23504C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F176276-5C93-B291-1FFA-5EE57E7709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ABEB5B-200E-F336-CA88-E868C611F5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339670-67E6-CD42-B7B2-F285F1108ED9}" type="datetimeFigureOut">
              <a:rPr lang="en-US" smtClean="0"/>
              <a:t>8/11/25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ACAD6E-E91B-6F1E-E490-AC92B1EAA65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FA7424-9AC4-0A8C-73C0-968DEE32D00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8E359B-77B9-AE44-954F-84AC5F143D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214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1F2A-B11E-40E0-8F26-7CD21B55A12D}" type="datetimeFigureOut">
              <a:t>8/11/25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479AB1-9406-4B3B-8154-61477E2F6E9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9590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microsoft.com/office/2007/relationships/hdphoto" Target="../media/hdphoto1.wdp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11.png"/><Relationship Id="rId3" Type="http://schemas.openxmlformats.org/officeDocument/2006/relationships/image" Target="../media/image14.svg"/><Relationship Id="rId21" Type="http://schemas.openxmlformats.org/officeDocument/2006/relationships/image" Target="../media/image30.svg"/><Relationship Id="rId7" Type="http://schemas.openxmlformats.org/officeDocument/2006/relationships/image" Target="../media/image18.svg"/><Relationship Id="rId12" Type="http://schemas.openxmlformats.org/officeDocument/2006/relationships/image" Target="../media/image23.jpeg"/><Relationship Id="rId17" Type="http://schemas.openxmlformats.org/officeDocument/2006/relationships/image" Target="../media/image28.png"/><Relationship Id="rId2" Type="http://schemas.openxmlformats.org/officeDocument/2006/relationships/image" Target="../media/image13.png"/><Relationship Id="rId16" Type="http://schemas.openxmlformats.org/officeDocument/2006/relationships/image" Target="../media/image27.png"/><Relationship Id="rId20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19" Type="http://schemas.openxmlformats.org/officeDocument/2006/relationships/image" Target="../media/image12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Relationship Id="rId14" Type="http://schemas.openxmlformats.org/officeDocument/2006/relationships/image" Target="../media/image25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Logo Start Slide - Should always be used as the first slide before any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nowy mountain tops with clouds in the background&#10;&#10;AI-generated content may be incorrect.">
            <a:extLst>
              <a:ext uri="{FF2B5EF4-FFF2-40B4-BE49-F238E27FC236}">
                <a16:creationId xmlns:a16="http://schemas.microsoft.com/office/drawing/2014/main" id="{E92912F8-6299-B5F5-C99C-1BF14D2F033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9610"/>
          <a:stretch/>
        </p:blipFill>
        <p:spPr>
          <a:xfrm>
            <a:off x="0" y="0"/>
            <a:ext cx="12192000" cy="6246421"/>
          </a:xfrm>
          <a:prstGeom prst="rect">
            <a:avLst/>
          </a:prstGeom>
        </p:spPr>
      </p:pic>
      <p:pic>
        <p:nvPicPr>
          <p:cNvPr id="13" name="Picture 12" descr="A black and white logo&#10;&#10;AI-generated content may be incorrect.">
            <a:extLst>
              <a:ext uri="{FF2B5EF4-FFF2-40B4-BE49-F238E27FC236}">
                <a16:creationId xmlns:a16="http://schemas.microsoft.com/office/drawing/2014/main" id="{48287F40-8F49-C3BC-96A5-1296BCC2C2C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250"/>
          <a:stretch>
            <a:fillRect/>
          </a:stretch>
        </p:blipFill>
        <p:spPr>
          <a:xfrm>
            <a:off x="2397807" y="1446088"/>
            <a:ext cx="8090805" cy="3501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7163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subtitle and presenter 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nowy mountain tops with clouds in the background&#10;&#10;AI-generated content may be incorrect.">
            <a:extLst>
              <a:ext uri="{FF2B5EF4-FFF2-40B4-BE49-F238E27FC236}">
                <a16:creationId xmlns:a16="http://schemas.microsoft.com/office/drawing/2014/main" id="{E92912F8-6299-B5F5-C99C-1BF14D2F033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9610"/>
          <a:stretch/>
        </p:blipFill>
        <p:spPr>
          <a:xfrm>
            <a:off x="0" y="0"/>
            <a:ext cx="12192000" cy="6246421"/>
          </a:xfrm>
          <a:prstGeom prst="rect">
            <a:avLst/>
          </a:prstGeom>
        </p:spPr>
      </p:pic>
      <p:sp>
        <p:nvSpPr>
          <p:cNvPr id="5" name="Title of the presentation">
            <a:extLst>
              <a:ext uri="{FF2B5EF4-FFF2-40B4-BE49-F238E27FC236}">
                <a16:creationId xmlns:a16="http://schemas.microsoft.com/office/drawing/2014/main" id="{CBE66CB9-C849-3A55-3368-6C1666C50D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2626826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A short title with maximum 6-8 words</a:t>
            </a:r>
          </a:p>
        </p:txBody>
      </p:sp>
      <p:sp>
        <p:nvSpPr>
          <p:cNvPr id="8" name="Short Subtitle" descr="Subtitle">
            <a:extLst>
              <a:ext uri="{FF2B5EF4-FFF2-40B4-BE49-F238E27FC236}">
                <a16:creationId xmlns:a16="http://schemas.microsoft.com/office/drawing/2014/main" id="{BFDDA68F-3F01-2EF4-5F5F-2DBCD33135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3100" y="4138174"/>
            <a:ext cx="5967412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A short subtitle with maximum 5 words</a:t>
            </a:r>
          </a:p>
        </p:txBody>
      </p:sp>
      <p:sp>
        <p:nvSpPr>
          <p:cNvPr id="9" name="Presenter">
            <a:extLst>
              <a:ext uri="{FF2B5EF4-FFF2-40B4-BE49-F238E27FC236}">
                <a16:creationId xmlns:a16="http://schemas.microsoft.com/office/drawing/2014/main" id="{755D5765-4853-2CD1-FD28-234442F507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3100" y="5052574"/>
            <a:ext cx="5967412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Presenter name and title</a:t>
            </a:r>
          </a:p>
        </p:txBody>
      </p:sp>
      <p:sp>
        <p:nvSpPr>
          <p:cNvPr id="2" name="Random Animal Name here">
            <a:extLst>
              <a:ext uri="{FF2B5EF4-FFF2-40B4-BE49-F238E27FC236}">
                <a16:creationId xmlns:a16="http://schemas.microsoft.com/office/drawing/2014/main" id="{451BA699-B22C-5269-513E-35DC959DE6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51056" y="4483455"/>
            <a:ext cx="3271044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A random animal name here</a:t>
            </a:r>
          </a:p>
        </p:txBody>
      </p:sp>
    </p:spTree>
    <p:extLst>
      <p:ext uri="{BB962C8B-B14F-4D97-AF65-F5344CB8AC3E}">
        <p14:creationId xmlns:p14="http://schemas.microsoft.com/office/powerpoint/2010/main" val="976521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Title of the slide, short and concise</a:t>
            </a:r>
          </a:p>
        </p:txBody>
      </p:sp>
      <p:sp>
        <p:nvSpPr>
          <p:cNvPr id="15" name="Picture 16:9 ">
            <a:extLst>
              <a:ext uri="{FF2B5EF4-FFF2-40B4-BE49-F238E27FC236}">
                <a16:creationId xmlns:a16="http://schemas.microsoft.com/office/drawing/2014/main" id="{6AB10746-1273-02BA-C457-602DEDA7F5F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16:9 picture</a:t>
            </a:r>
          </a:p>
        </p:txBody>
      </p:sp>
    </p:spTree>
    <p:extLst>
      <p:ext uri="{BB962C8B-B14F-4D97-AF65-F5344CB8AC3E}">
        <p14:creationId xmlns:p14="http://schemas.microsoft.com/office/powerpoint/2010/main" val="996161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 generated from HTM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Title of the slide, short and concise</a:t>
            </a:r>
          </a:p>
        </p:txBody>
      </p:sp>
      <p:sp>
        <p:nvSpPr>
          <p:cNvPr id="15" name="Picture from HTML">
            <a:extLst>
              <a:ext uri="{FF2B5EF4-FFF2-40B4-BE49-F238E27FC236}">
                <a16:creationId xmlns:a16="http://schemas.microsoft.com/office/drawing/2014/main" id="{6AB10746-1273-02BA-C457-602DEDA7F5F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picture that has been generated from an HTML code (</a:t>
            </a:r>
            <a:r>
              <a:rPr lang="en-US" dirty="0" err="1"/>
              <a:t>e.g</a:t>
            </a:r>
            <a:r>
              <a:rPr lang="en-US" dirty="0"/>
              <a:t> Timelines, steps of action ,etc..)</a:t>
            </a:r>
          </a:p>
        </p:txBody>
      </p:sp>
    </p:spTree>
    <p:extLst>
      <p:ext uri="{BB962C8B-B14F-4D97-AF65-F5344CB8AC3E}">
        <p14:creationId xmlns:p14="http://schemas.microsoft.com/office/powerpoint/2010/main" val="3855316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8567C99-F3EA-939B-081F-B8C4B329CCCE}"/>
              </a:ext>
            </a:extLst>
          </p:cNvPr>
          <p:cNvSpPr/>
          <p:nvPr userDrawn="1"/>
        </p:nvSpPr>
        <p:spPr>
          <a:xfrm>
            <a:off x="381000" y="1855425"/>
            <a:ext cx="11430000" cy="4193309"/>
          </a:xfrm>
          <a:prstGeom prst="roundRect">
            <a:avLst>
              <a:gd name="adj" fmla="val 4552"/>
            </a:avLst>
          </a:prstGeom>
          <a:solidFill>
            <a:schemeClr val="bg1"/>
          </a:solidFill>
          <a:ln>
            <a:noFill/>
          </a:ln>
          <a:effectLst>
            <a:outerShdw blurRad="253894" dist="38100" dir="4200000" sx="100317" sy="100317" algn="tl" rotWithShape="0">
              <a:prstClr val="black">
                <a:alpha val="22007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Title of the slide, short and concise</a:t>
            </a:r>
          </a:p>
        </p:txBody>
      </p:sp>
      <p:sp>
        <p:nvSpPr>
          <p:cNvPr id="3" name="Text Content taking all the slide horizontally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517" y="2063717"/>
            <a:ext cx="10480965" cy="37767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Content can be either a long paragraph, bullet points or a table all in markdown format. It can also be a mix, with no more than 100 words.</a:t>
            </a:r>
          </a:p>
        </p:txBody>
      </p:sp>
    </p:spTree>
    <p:extLst>
      <p:ext uri="{BB962C8B-B14F-4D97-AF65-F5344CB8AC3E}">
        <p14:creationId xmlns:p14="http://schemas.microsoft.com/office/powerpoint/2010/main" val="3100185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Title of the slide, short and concise</a:t>
            </a:r>
          </a:p>
        </p:txBody>
      </p:sp>
      <p:sp>
        <p:nvSpPr>
          <p:cNvPr id="15" name="Large Chart horizontal">
            <a:extLst>
              <a:ext uri="{FF2B5EF4-FFF2-40B4-BE49-F238E27FC236}">
                <a16:creationId xmlns:a16="http://schemas.microsoft.com/office/drawing/2014/main" id="{5A63EF3E-EE23-DD43-1AAF-5ED1F44A28DD}"/>
              </a:ext>
            </a:extLst>
          </p:cNvPr>
          <p:cNvSpPr>
            <a:spLocks noGrp="1"/>
          </p:cNvSpPr>
          <p:nvPr>
            <p:ph type="chart" sz="quarter" idx="10" hasCustomPrompt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An excel chart inserted in a slide. Needs to have a proper chart title, annotations and colors.</a:t>
            </a:r>
          </a:p>
        </p:txBody>
      </p:sp>
    </p:spTree>
    <p:extLst>
      <p:ext uri="{BB962C8B-B14F-4D97-AF65-F5344CB8AC3E}">
        <p14:creationId xmlns:p14="http://schemas.microsoft.com/office/powerpoint/2010/main" val="2561689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755C1BE-9560-A50A-74BD-E0FFF7F5B69F}"/>
              </a:ext>
            </a:extLst>
          </p:cNvPr>
          <p:cNvSpPr/>
          <p:nvPr userDrawn="1"/>
        </p:nvSpPr>
        <p:spPr>
          <a:xfrm>
            <a:off x="6187440" y="1855425"/>
            <a:ext cx="5623560" cy="4193309"/>
          </a:xfrm>
          <a:prstGeom prst="roundRect">
            <a:avLst>
              <a:gd name="adj" fmla="val 4552"/>
            </a:avLst>
          </a:prstGeom>
          <a:solidFill>
            <a:schemeClr val="bg1"/>
          </a:solidFill>
          <a:ln>
            <a:noFill/>
          </a:ln>
          <a:effectLst>
            <a:outerShdw blurRad="253894" dist="38100" dir="4200000" sx="100317" sy="100317" algn="tl" rotWithShape="0">
              <a:prstClr val="black">
                <a:alpha val="22007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286C11B-CD57-AE94-2379-3F6FBE23504C}"/>
              </a:ext>
            </a:extLst>
          </p:cNvPr>
          <p:cNvSpPr/>
          <p:nvPr userDrawn="1"/>
        </p:nvSpPr>
        <p:spPr>
          <a:xfrm>
            <a:off x="421178" y="1855424"/>
            <a:ext cx="5623560" cy="4193309"/>
          </a:xfrm>
          <a:prstGeom prst="roundRect">
            <a:avLst>
              <a:gd name="adj" fmla="val 4552"/>
            </a:avLst>
          </a:prstGeom>
          <a:solidFill>
            <a:schemeClr val="bg1"/>
          </a:solidFill>
          <a:ln>
            <a:noFill/>
          </a:ln>
          <a:effectLst>
            <a:outerShdw blurRad="253894" dist="38100" dir="4200000" sx="100317" sy="100317" algn="tl" rotWithShape="0">
              <a:prstClr val="black">
                <a:alpha val="22007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5319A24-5E84-B92C-D93E-988EC46CF0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Title of the slide, short and concise</a:t>
            </a:r>
          </a:p>
        </p:txBody>
      </p:sp>
      <p:sp>
        <p:nvSpPr>
          <p:cNvPr id="3" name="Text Content first column (half the slide)">
            <a:extLst>
              <a:ext uri="{FF2B5EF4-FFF2-40B4-BE49-F238E27FC236}">
                <a16:creationId xmlns:a16="http://schemas.microsoft.com/office/drawing/2014/main" id="{649A8D9E-9A31-2DFA-F71A-74A9240FA0B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0022" y="2018131"/>
            <a:ext cx="4824663" cy="38773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First of two columns on a slide split in half. Content can be either paragraphs of text, bullet points or a table in markdown format. Max 20-30 words.</a:t>
            </a:r>
          </a:p>
        </p:txBody>
      </p:sp>
      <p:sp>
        <p:nvSpPr>
          <p:cNvPr id="4" name="Text Content second column (half the slide)">
            <a:extLst>
              <a:ext uri="{FF2B5EF4-FFF2-40B4-BE49-F238E27FC236}">
                <a16:creationId xmlns:a16="http://schemas.microsoft.com/office/drawing/2014/main" id="{097092C2-9408-32E2-1B17-858560948F9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597315" y="2018131"/>
            <a:ext cx="4824663" cy="38773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Second of two columns on a slide split in half. Content can be either paragraphs of text, bullet points or a table in markdown format. Max 20-30 words. Keep same style as in the first column.</a:t>
            </a:r>
          </a:p>
        </p:txBody>
      </p:sp>
    </p:spTree>
    <p:extLst>
      <p:ext uri="{BB962C8B-B14F-4D97-AF65-F5344CB8AC3E}">
        <p14:creationId xmlns:p14="http://schemas.microsoft.com/office/powerpoint/2010/main" val="3074954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6 icons and short text as a list of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947E235-B803-CB82-33BD-ED0DA2439F22}"/>
              </a:ext>
            </a:extLst>
          </p:cNvPr>
          <p:cNvSpPr/>
          <p:nvPr userDrawn="1"/>
        </p:nvSpPr>
        <p:spPr>
          <a:xfrm>
            <a:off x="380999" y="1855425"/>
            <a:ext cx="11429999" cy="4193309"/>
          </a:xfrm>
          <a:prstGeom prst="roundRect">
            <a:avLst>
              <a:gd name="adj" fmla="val 4552"/>
            </a:avLst>
          </a:prstGeom>
          <a:solidFill>
            <a:schemeClr val="bg1"/>
          </a:solidFill>
          <a:ln>
            <a:noFill/>
          </a:ln>
          <a:effectLst>
            <a:outerShdw blurRad="253894" dist="38100" dir="4200000" sx="100317" sy="100317" algn="tl" rotWithShape="0">
              <a:prstClr val="black">
                <a:alpha val="22007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clusion Title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Title of the slide, short and concise</a:t>
            </a:r>
          </a:p>
        </p:txBody>
      </p:sp>
      <p:sp>
        <p:nvSpPr>
          <p:cNvPr id="7" name="Icon 1">
            <a:extLst>
              <a:ext uri="{FF2B5EF4-FFF2-40B4-BE49-F238E27FC236}">
                <a16:creationId xmlns:a16="http://schemas.microsoft.com/office/drawing/2014/main" id="{B52E7DE5-AE9F-8300-785A-713154A7546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45695" y="2535572"/>
            <a:ext cx="830263" cy="74612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Icon 1</a:t>
            </a:r>
          </a:p>
          <a:p>
            <a:r>
              <a:rPr lang="en-US" dirty="0"/>
              <a:t>24x24px</a:t>
            </a:r>
          </a:p>
        </p:txBody>
      </p:sp>
      <p:sp>
        <p:nvSpPr>
          <p:cNvPr id="9" name="Text Beside Icon 1">
            <a:extLst>
              <a:ext uri="{FF2B5EF4-FFF2-40B4-BE49-F238E27FC236}">
                <a16:creationId xmlns:a16="http://schemas.microsoft.com/office/drawing/2014/main" id="{07863F40-906D-B17E-DD34-0C467604944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72795" y="2528471"/>
            <a:ext cx="4249738" cy="76993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Text beside icon 1 maximum 8 words in markdown format</a:t>
            </a:r>
          </a:p>
        </p:txBody>
      </p:sp>
      <p:sp>
        <p:nvSpPr>
          <p:cNvPr id="10" name="Icon 2">
            <a:extLst>
              <a:ext uri="{FF2B5EF4-FFF2-40B4-BE49-F238E27FC236}">
                <a16:creationId xmlns:a16="http://schemas.microsoft.com/office/drawing/2014/main" id="{043770B4-6CFD-292F-F28C-20F74E15114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69469" y="2528471"/>
            <a:ext cx="830263" cy="7461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 2</a:t>
            </a:r>
          </a:p>
          <a:p>
            <a:r>
              <a:rPr lang="en-US" dirty="0"/>
              <a:t>24x24px</a:t>
            </a:r>
          </a:p>
        </p:txBody>
      </p:sp>
      <p:sp>
        <p:nvSpPr>
          <p:cNvPr id="11" name="Text Beside Icon 2">
            <a:extLst>
              <a:ext uri="{FF2B5EF4-FFF2-40B4-BE49-F238E27FC236}">
                <a16:creationId xmlns:a16="http://schemas.microsoft.com/office/drawing/2014/main" id="{F718040C-7B8A-9487-484F-776F0815B5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96570" y="2511760"/>
            <a:ext cx="4249738" cy="76993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Text beside icon 2 maximum 8 words in markdown format</a:t>
            </a:r>
          </a:p>
        </p:txBody>
      </p:sp>
      <p:sp>
        <p:nvSpPr>
          <p:cNvPr id="12" name="Icon 3">
            <a:extLst>
              <a:ext uri="{FF2B5EF4-FFF2-40B4-BE49-F238E27FC236}">
                <a16:creationId xmlns:a16="http://schemas.microsoft.com/office/drawing/2014/main" id="{C9C69509-EA90-629E-7594-6FF7D385A0E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45695" y="3586330"/>
            <a:ext cx="830263" cy="7461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r>
              <a:rPr lang="en-US" dirty="0"/>
              <a:t>Icon 3</a:t>
            </a:r>
          </a:p>
          <a:p>
            <a:r>
              <a:rPr lang="en-US" dirty="0"/>
              <a:t>24x24px</a:t>
            </a:r>
          </a:p>
        </p:txBody>
      </p:sp>
      <p:sp>
        <p:nvSpPr>
          <p:cNvPr id="13" name="Text Beside Icon 3">
            <a:extLst>
              <a:ext uri="{FF2B5EF4-FFF2-40B4-BE49-F238E27FC236}">
                <a16:creationId xmlns:a16="http://schemas.microsoft.com/office/drawing/2014/main" id="{72AA8F7B-26F0-198C-F59E-D4EAAA3906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72795" y="3579229"/>
            <a:ext cx="4249738" cy="76993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Text beside icon 3 maximum 8 words in markdown format</a:t>
            </a:r>
          </a:p>
        </p:txBody>
      </p:sp>
      <p:sp>
        <p:nvSpPr>
          <p:cNvPr id="3" name="Icon 4">
            <a:extLst>
              <a:ext uri="{FF2B5EF4-FFF2-40B4-BE49-F238E27FC236}">
                <a16:creationId xmlns:a16="http://schemas.microsoft.com/office/drawing/2014/main" id="{B62AA6DB-552A-718F-DB54-C39FC857289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69470" y="3569619"/>
            <a:ext cx="830263" cy="7461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r>
              <a:rPr lang="en-US" dirty="0"/>
              <a:t>Icon 4</a:t>
            </a:r>
          </a:p>
          <a:p>
            <a:r>
              <a:rPr lang="en-US" dirty="0"/>
              <a:t>24x24px</a:t>
            </a:r>
          </a:p>
        </p:txBody>
      </p:sp>
      <p:sp>
        <p:nvSpPr>
          <p:cNvPr id="4" name="Text Beside Icon 4">
            <a:extLst>
              <a:ext uri="{FF2B5EF4-FFF2-40B4-BE49-F238E27FC236}">
                <a16:creationId xmlns:a16="http://schemas.microsoft.com/office/drawing/2014/main" id="{127F3D65-4217-C7DF-99AC-5D00692128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6570" y="3562518"/>
            <a:ext cx="4249738" cy="76993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Text beside icon 4 maximum 8 words in markdown format</a:t>
            </a:r>
          </a:p>
        </p:txBody>
      </p:sp>
      <p:sp>
        <p:nvSpPr>
          <p:cNvPr id="5" name="Icon 5">
            <a:extLst>
              <a:ext uri="{FF2B5EF4-FFF2-40B4-BE49-F238E27FC236}">
                <a16:creationId xmlns:a16="http://schemas.microsoft.com/office/drawing/2014/main" id="{3EC742A8-1DE0-BB3C-0CAC-88DE22F8BB5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45695" y="4613276"/>
            <a:ext cx="830263" cy="7461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r>
              <a:rPr lang="en-US" dirty="0"/>
              <a:t>Icon 5</a:t>
            </a:r>
          </a:p>
          <a:p>
            <a:r>
              <a:rPr lang="en-US" dirty="0"/>
              <a:t>24x24px</a:t>
            </a:r>
          </a:p>
        </p:txBody>
      </p:sp>
      <p:sp>
        <p:nvSpPr>
          <p:cNvPr id="6" name="Text Beside Icon 5">
            <a:extLst>
              <a:ext uri="{FF2B5EF4-FFF2-40B4-BE49-F238E27FC236}">
                <a16:creationId xmlns:a16="http://schemas.microsoft.com/office/drawing/2014/main" id="{78C25294-674A-0237-57DC-CE5D5F857C7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72795" y="4606175"/>
            <a:ext cx="4249738" cy="76993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Text beside icon 5 maximum 8 words in markdown format</a:t>
            </a:r>
          </a:p>
        </p:txBody>
      </p:sp>
      <p:sp>
        <p:nvSpPr>
          <p:cNvPr id="8" name="Icon 6">
            <a:extLst>
              <a:ext uri="{FF2B5EF4-FFF2-40B4-BE49-F238E27FC236}">
                <a16:creationId xmlns:a16="http://schemas.microsoft.com/office/drawing/2014/main" id="{DCEA0E39-252E-0FD3-E342-D8B9B2DD48A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69470" y="4596565"/>
            <a:ext cx="830263" cy="7461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r>
              <a:rPr lang="en-US" dirty="0"/>
              <a:t>Icon 6</a:t>
            </a:r>
          </a:p>
          <a:p>
            <a:r>
              <a:rPr lang="en-US" dirty="0"/>
              <a:t>24x24px</a:t>
            </a:r>
          </a:p>
        </p:txBody>
      </p:sp>
      <p:sp>
        <p:nvSpPr>
          <p:cNvPr id="14" name="Text Beside Icon 6">
            <a:extLst>
              <a:ext uri="{FF2B5EF4-FFF2-40B4-BE49-F238E27FC236}">
                <a16:creationId xmlns:a16="http://schemas.microsoft.com/office/drawing/2014/main" id="{BCEDE17A-C31D-39B6-1DD5-DFF09F7434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96570" y="4589464"/>
            <a:ext cx="4249738" cy="76993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Text beside icon 6 maximum 8 words in markdown format</a:t>
            </a:r>
          </a:p>
        </p:txBody>
      </p:sp>
    </p:spTree>
    <p:extLst>
      <p:ext uri="{BB962C8B-B14F-4D97-AF65-F5344CB8AC3E}">
        <p14:creationId xmlns:p14="http://schemas.microsoft.com/office/powerpoint/2010/main" val="1049941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with 4 icons and short text as a list of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016E7B1-923A-B9B7-53D4-CEA8E79FC61D}"/>
              </a:ext>
            </a:extLst>
          </p:cNvPr>
          <p:cNvSpPr/>
          <p:nvPr userDrawn="1"/>
        </p:nvSpPr>
        <p:spPr>
          <a:xfrm>
            <a:off x="381000" y="1855425"/>
            <a:ext cx="11430000" cy="4193309"/>
          </a:xfrm>
          <a:prstGeom prst="roundRect">
            <a:avLst>
              <a:gd name="adj" fmla="val 4552"/>
            </a:avLst>
          </a:prstGeom>
          <a:solidFill>
            <a:schemeClr val="bg1"/>
          </a:solidFill>
          <a:ln>
            <a:noFill/>
          </a:ln>
          <a:effectLst>
            <a:outerShdw blurRad="253894" dist="38100" dir="4200000" sx="100317" sy="100317" algn="tl" rotWithShape="0">
              <a:prstClr val="black">
                <a:alpha val="22007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clusion Title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Title of the slide, short and concise</a:t>
            </a:r>
          </a:p>
        </p:txBody>
      </p:sp>
      <p:sp>
        <p:nvSpPr>
          <p:cNvPr id="7" name="Icon 1">
            <a:extLst>
              <a:ext uri="{FF2B5EF4-FFF2-40B4-BE49-F238E27FC236}">
                <a16:creationId xmlns:a16="http://schemas.microsoft.com/office/drawing/2014/main" id="{B52E7DE5-AE9F-8300-785A-713154A7546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24716" y="2934190"/>
            <a:ext cx="830263" cy="74612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Icon1</a:t>
            </a:r>
          </a:p>
        </p:txBody>
      </p:sp>
      <p:sp>
        <p:nvSpPr>
          <p:cNvPr id="9" name="Text Beside Icon 1">
            <a:extLst>
              <a:ext uri="{FF2B5EF4-FFF2-40B4-BE49-F238E27FC236}">
                <a16:creationId xmlns:a16="http://schemas.microsoft.com/office/drawing/2014/main" id="{07863F40-906D-B17E-DD34-0C467604944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1816" y="2927089"/>
            <a:ext cx="4249738" cy="76993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Text beside icon 1 maximum 8 words in markdown format</a:t>
            </a:r>
          </a:p>
        </p:txBody>
      </p:sp>
      <p:sp>
        <p:nvSpPr>
          <p:cNvPr id="10" name="Icon 2">
            <a:extLst>
              <a:ext uri="{FF2B5EF4-FFF2-40B4-BE49-F238E27FC236}">
                <a16:creationId xmlns:a16="http://schemas.microsoft.com/office/drawing/2014/main" id="{043770B4-6CFD-292F-F28C-20F74E15114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12395" y="2948633"/>
            <a:ext cx="830263" cy="7461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 dirty="0"/>
              <a:t>Icon 2</a:t>
            </a:r>
          </a:p>
        </p:txBody>
      </p:sp>
      <p:sp>
        <p:nvSpPr>
          <p:cNvPr id="11" name="Text Beside Icon 2">
            <a:extLst>
              <a:ext uri="{FF2B5EF4-FFF2-40B4-BE49-F238E27FC236}">
                <a16:creationId xmlns:a16="http://schemas.microsoft.com/office/drawing/2014/main" id="{F718040C-7B8A-9487-484F-776F0815B5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39495" y="2941532"/>
            <a:ext cx="4249738" cy="76993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Text beside icon 2 maximum 8 words in markdown format</a:t>
            </a:r>
          </a:p>
        </p:txBody>
      </p:sp>
      <p:sp>
        <p:nvSpPr>
          <p:cNvPr id="12" name="Icon 3">
            <a:extLst>
              <a:ext uri="{FF2B5EF4-FFF2-40B4-BE49-F238E27FC236}">
                <a16:creationId xmlns:a16="http://schemas.microsoft.com/office/drawing/2014/main" id="{C9C69509-EA90-629E-7594-6FF7D385A0E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24716" y="3984948"/>
            <a:ext cx="830263" cy="7461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r>
              <a:rPr lang="en-US" dirty="0"/>
              <a:t>Icon 3</a:t>
            </a:r>
          </a:p>
        </p:txBody>
      </p:sp>
      <p:sp>
        <p:nvSpPr>
          <p:cNvPr id="13" name="Text Beside Icon 3">
            <a:extLst>
              <a:ext uri="{FF2B5EF4-FFF2-40B4-BE49-F238E27FC236}">
                <a16:creationId xmlns:a16="http://schemas.microsoft.com/office/drawing/2014/main" id="{72AA8F7B-26F0-198C-F59E-D4EAAA3906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51816" y="3977847"/>
            <a:ext cx="4249738" cy="76993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Text beside icon 3 maximum 8 words in markdown format</a:t>
            </a:r>
          </a:p>
        </p:txBody>
      </p:sp>
      <p:sp>
        <p:nvSpPr>
          <p:cNvPr id="3" name="Icon 4">
            <a:extLst>
              <a:ext uri="{FF2B5EF4-FFF2-40B4-BE49-F238E27FC236}">
                <a16:creationId xmlns:a16="http://schemas.microsoft.com/office/drawing/2014/main" id="{B62AA6DB-552A-718F-DB54-C39FC857289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412395" y="3999391"/>
            <a:ext cx="830263" cy="7461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r>
              <a:rPr lang="en-US" dirty="0"/>
              <a:t>Icon 4</a:t>
            </a:r>
          </a:p>
        </p:txBody>
      </p:sp>
      <p:sp>
        <p:nvSpPr>
          <p:cNvPr id="4" name="Text Beside Icon 4">
            <a:extLst>
              <a:ext uri="{FF2B5EF4-FFF2-40B4-BE49-F238E27FC236}">
                <a16:creationId xmlns:a16="http://schemas.microsoft.com/office/drawing/2014/main" id="{127F3D65-4217-C7DF-99AC-5D00692128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39495" y="3992290"/>
            <a:ext cx="4249738" cy="76993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Text beside icon 4 maximum 8 words in markdown format</a:t>
            </a:r>
          </a:p>
        </p:txBody>
      </p:sp>
    </p:spTree>
    <p:extLst>
      <p:ext uri="{BB962C8B-B14F-4D97-AF65-F5344CB8AC3E}">
        <p14:creationId xmlns:p14="http://schemas.microsoft.com/office/powerpoint/2010/main" val="2538074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clus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E22977E-9585-6DDE-2FD8-59AEA03AE068}"/>
              </a:ext>
            </a:extLst>
          </p:cNvPr>
          <p:cNvSpPr/>
          <p:nvPr userDrawn="1"/>
        </p:nvSpPr>
        <p:spPr>
          <a:xfrm>
            <a:off x="381000" y="1855425"/>
            <a:ext cx="11430000" cy="4193309"/>
          </a:xfrm>
          <a:prstGeom prst="roundRect">
            <a:avLst>
              <a:gd name="adj" fmla="val 4552"/>
            </a:avLst>
          </a:prstGeom>
          <a:solidFill>
            <a:schemeClr val="bg1"/>
          </a:solidFill>
          <a:ln>
            <a:noFill/>
          </a:ln>
          <a:effectLst>
            <a:outerShdw blurRad="253894" dist="38100" dir="4200000" sx="100317" sy="100317" algn="tl" rotWithShape="0">
              <a:prstClr val="black">
                <a:alpha val="22007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clusion Title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Short and clear conclusion Title</a:t>
            </a:r>
          </a:p>
        </p:txBody>
      </p:sp>
      <p:sp>
        <p:nvSpPr>
          <p:cNvPr id="3" name="Conclusion text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90600" y="2030660"/>
            <a:ext cx="10210800" cy="38428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bulleted list of items and a short conclusion text in markdown format</a:t>
            </a:r>
          </a:p>
        </p:txBody>
      </p:sp>
    </p:spTree>
    <p:extLst>
      <p:ext uri="{BB962C8B-B14F-4D97-AF65-F5344CB8AC3E}">
        <p14:creationId xmlns:p14="http://schemas.microsoft.com/office/powerpoint/2010/main" val="88811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ing Slide should always be added at the end of the de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617AC1D-26CB-713E-4508-B01954EF86DF}"/>
              </a:ext>
            </a:extLst>
          </p:cNvPr>
          <p:cNvSpPr/>
          <p:nvPr userDrawn="1"/>
        </p:nvSpPr>
        <p:spPr>
          <a:xfrm>
            <a:off x="381000" y="204537"/>
            <a:ext cx="11430000" cy="5844197"/>
          </a:xfrm>
          <a:prstGeom prst="roundRect">
            <a:avLst>
              <a:gd name="adj" fmla="val 4552"/>
            </a:avLst>
          </a:prstGeom>
          <a:solidFill>
            <a:schemeClr val="bg1">
              <a:alpha val="82425"/>
            </a:schemeClr>
          </a:solidFill>
          <a:ln>
            <a:noFill/>
          </a:ln>
          <a:effectLst>
            <a:outerShdw blurRad="253894" dist="38100" dir="4200000" sx="100317" sy="100317" algn="tl" rotWithShape="0">
              <a:prstClr val="black">
                <a:alpha val="22007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nowy mountain tops with clouds in the background&#10;&#10;AI-generated content may be incorrect.">
            <a:extLst>
              <a:ext uri="{FF2B5EF4-FFF2-40B4-BE49-F238E27FC236}">
                <a16:creationId xmlns:a16="http://schemas.microsoft.com/office/drawing/2014/main" id="{E92912F8-6299-B5F5-C99C-1BF14D2F033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9610"/>
          <a:stretch/>
        </p:blipFill>
        <p:spPr>
          <a:xfrm>
            <a:off x="0" y="0"/>
            <a:ext cx="12192000" cy="6246421"/>
          </a:xfrm>
          <a:prstGeom prst="rect">
            <a:avLst/>
          </a:prstGeom>
        </p:spPr>
      </p:pic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2CC8E3F-B2A1-F8CA-0B79-3E642C812BBA}"/>
              </a:ext>
            </a:extLst>
          </p:cNvPr>
          <p:cNvSpPr/>
          <p:nvPr userDrawn="1"/>
        </p:nvSpPr>
        <p:spPr>
          <a:xfrm>
            <a:off x="7579551" y="1999874"/>
            <a:ext cx="3878224" cy="2385232"/>
          </a:xfrm>
          <a:prstGeom prst="roundRect">
            <a:avLst>
              <a:gd name="adj" fmla="val 4552"/>
            </a:avLst>
          </a:prstGeom>
          <a:solidFill>
            <a:schemeClr val="bg1">
              <a:alpha val="84116"/>
            </a:schemeClr>
          </a:solidFill>
          <a:ln>
            <a:noFill/>
          </a:ln>
          <a:effectLst>
            <a:outerShdw blurRad="253894" dist="38100" dir="4200000" sx="100317" sy="100317" algn="tl" rotWithShape="0">
              <a:prstClr val="black">
                <a:alpha val="22007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2CB979AF-52B6-8198-E16B-E489C26655C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81" y="420826"/>
            <a:ext cx="2062951" cy="8730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B54DAF-BA2D-A789-444C-FA860250E4C4}"/>
              </a:ext>
            </a:extLst>
          </p:cNvPr>
          <p:cNvSpPr txBox="1"/>
          <p:nvPr userDrawn="1"/>
        </p:nvSpPr>
        <p:spPr>
          <a:xfrm>
            <a:off x="537678" y="1243124"/>
            <a:ext cx="786517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BUILD YOUR AI</a:t>
            </a:r>
          </a:p>
          <a:p>
            <a:r>
              <a:rPr lang="en-US" sz="2400">
                <a:solidFill>
                  <a:srgbClr val="101826"/>
                </a:solidFill>
                <a:cs typeface="Arial" panose="020B0604020202020204" pitchFamily="34" charset="0"/>
              </a:rPr>
              <a:t>They deliver results you can trust.</a:t>
            </a:r>
            <a:endParaRPr lang="en-US" sz="2400">
              <a:solidFill>
                <a:srgbClr val="101826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EBCBDC-7DC7-57A3-68F3-C1F199D1F242}"/>
              </a:ext>
            </a:extLst>
          </p:cNvPr>
          <p:cNvSpPr/>
          <p:nvPr userDrawn="1"/>
        </p:nvSpPr>
        <p:spPr>
          <a:xfrm>
            <a:off x="1244178" y="2854019"/>
            <a:ext cx="5892445" cy="721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We architect and implement AI systems where specialized agents collaborate to tackle complex, real‑world workflows end‑to‑end.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172EA7-EE16-8BF8-D83B-8289FF215701}"/>
              </a:ext>
            </a:extLst>
          </p:cNvPr>
          <p:cNvSpPr txBox="1"/>
          <p:nvPr userDrawn="1"/>
        </p:nvSpPr>
        <p:spPr>
          <a:xfrm>
            <a:off x="1244178" y="2562020"/>
            <a:ext cx="32201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rgbClr val="DD2525"/>
                </a:solidFill>
                <a:cs typeface="Arial" panose="020B0604020202020204" pitchFamily="34" charset="0"/>
              </a:rPr>
              <a:t>AI MULTI-AGENTS</a:t>
            </a:r>
            <a:endParaRPr lang="en-US" sz="2000" b="1">
              <a:solidFill>
                <a:srgbClr val="DD2525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E97082-EE78-4A4A-9BA5-90CC786B29DF}"/>
              </a:ext>
            </a:extLst>
          </p:cNvPr>
          <p:cNvSpPr/>
          <p:nvPr userDrawn="1"/>
        </p:nvSpPr>
        <p:spPr>
          <a:xfrm>
            <a:off x="1244178" y="4064637"/>
            <a:ext cx="5892445" cy="721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We automate your systems from reproducible experimentation to continuous testing, ensuring your models &amp; Agents stay performant, monitored and compliant in production.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AD454B-708B-C32D-9945-96B09BE516CA}"/>
              </a:ext>
            </a:extLst>
          </p:cNvPr>
          <p:cNvSpPr txBox="1"/>
          <p:nvPr userDrawn="1"/>
        </p:nvSpPr>
        <p:spPr>
          <a:xfrm>
            <a:off x="1244178" y="3664527"/>
            <a:ext cx="32201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rgbClr val="DD2525"/>
                </a:solidFill>
                <a:cs typeface="Arial" panose="020B0604020202020204" pitchFamily="34" charset="0"/>
              </a:rPr>
              <a:t>AI &amp; ML Infrastructure</a:t>
            </a:r>
            <a:endParaRPr lang="en-US" sz="2000" b="1">
              <a:solidFill>
                <a:srgbClr val="DD2525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2DA866-5869-7DF3-B720-22AF42CEED04}"/>
              </a:ext>
            </a:extLst>
          </p:cNvPr>
          <p:cNvSpPr/>
          <p:nvPr userDrawn="1"/>
        </p:nvSpPr>
        <p:spPr>
          <a:xfrm>
            <a:off x="1244178" y="5274423"/>
            <a:ext cx="5892445" cy="721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We translate technical capability into business value, build roadmaps, ROI evaluation, and risk‑aware governance frameworks that align multi‑agent solutions with your organization’s goals.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DBB755-0FD4-D1C9-DC17-4BA387134BBB}"/>
              </a:ext>
            </a:extLst>
          </p:cNvPr>
          <p:cNvSpPr txBox="1"/>
          <p:nvPr userDrawn="1"/>
        </p:nvSpPr>
        <p:spPr>
          <a:xfrm>
            <a:off x="1244178" y="4874313"/>
            <a:ext cx="32201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rgbClr val="DD2525"/>
                </a:solidFill>
                <a:cs typeface="Arial" panose="020B0604020202020204" pitchFamily="34" charset="0"/>
              </a:rPr>
              <a:t>AI STRATEGY</a:t>
            </a:r>
            <a:endParaRPr lang="en-US" sz="2000" b="1">
              <a:solidFill>
                <a:srgbClr val="DD2525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C724FB-B7D0-20F8-923C-E4CD8D9194CA}"/>
              </a:ext>
            </a:extLst>
          </p:cNvPr>
          <p:cNvSpPr txBox="1"/>
          <p:nvPr userDrawn="1"/>
        </p:nvSpPr>
        <p:spPr>
          <a:xfrm>
            <a:off x="7624404" y="2083374"/>
            <a:ext cx="378851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Arial" panose="020B0604020202020204" pitchFamily="34" charset="0"/>
              </a:rPr>
              <a:t>WE PARTNER WITH CLIENTS FROM LARGE ORGANIZATIONS TO STARTUPS</a:t>
            </a:r>
          </a:p>
        </p:txBody>
      </p:sp>
      <p:pic>
        <p:nvPicPr>
          <p:cNvPr id="14" name="Graphic 13" descr="Anger Symbol with solid fill">
            <a:extLst>
              <a:ext uri="{FF2B5EF4-FFF2-40B4-BE49-F238E27FC236}">
                <a16:creationId xmlns:a16="http://schemas.microsoft.com/office/drawing/2014/main" id="{981C10B9-9817-EB54-2841-E3C1D957E14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34130" y="3511219"/>
            <a:ext cx="914400" cy="914400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4B69331-9158-072D-86DF-19E93D7C2AE4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6293" y="2597291"/>
            <a:ext cx="513455" cy="513455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CA1A46BA-E73A-FB0F-6C12-2862B3B16A45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6292" y="3747255"/>
            <a:ext cx="513455" cy="513455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50EBEA3C-7EFB-46CC-7FFC-F871C4B12FA2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6292" y="4948495"/>
            <a:ext cx="513455" cy="51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9904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ing Slide #2 should always be added at the end of the de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4D1961F-E19F-CE3C-40E8-F910B0EE5077}"/>
              </a:ext>
            </a:extLst>
          </p:cNvPr>
          <p:cNvSpPr/>
          <p:nvPr userDrawn="1"/>
        </p:nvSpPr>
        <p:spPr>
          <a:xfrm>
            <a:off x="398954" y="1031459"/>
            <a:ext cx="11513737" cy="5017276"/>
          </a:xfrm>
          <a:prstGeom prst="roundRect">
            <a:avLst>
              <a:gd name="adj" fmla="val 4552"/>
            </a:avLst>
          </a:prstGeom>
          <a:solidFill>
            <a:schemeClr val="bg1"/>
          </a:solidFill>
          <a:ln>
            <a:noFill/>
          </a:ln>
          <a:effectLst>
            <a:outerShdw blurRad="253894" dist="38100" dir="4200000" sx="100317" sy="100317" algn="tl" rotWithShape="0">
              <a:prstClr val="black">
                <a:alpha val="22007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D92DF9-4B98-A01C-A7B1-352C8B146E6F}"/>
              </a:ext>
            </a:extLst>
          </p:cNvPr>
          <p:cNvSpPr txBox="1"/>
          <p:nvPr userDrawn="1"/>
        </p:nvSpPr>
        <p:spPr>
          <a:xfrm>
            <a:off x="398954" y="123295"/>
            <a:ext cx="11445516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US" sz="4800" b="1" dirty="0"/>
              <a:t>WHY EKONA</a:t>
            </a:r>
            <a:endParaRPr lang="en-US" sz="4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76CCEB-1818-1860-AAF8-7A1CA815CF36}"/>
              </a:ext>
            </a:extLst>
          </p:cNvPr>
          <p:cNvSpPr txBox="1"/>
          <p:nvPr userDrawn="1"/>
        </p:nvSpPr>
        <p:spPr>
          <a:xfrm>
            <a:off x="1579004" y="1337258"/>
            <a:ext cx="6152972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 i="0" dirty="0">
                <a:solidFill>
                  <a:srgbClr val="262626"/>
                </a:solidFill>
                <a:effectLst/>
                <a:latin typeface="Calibri"/>
                <a:ea typeface="Calibri"/>
                <a:cs typeface="Calibri"/>
              </a:rPr>
              <a:t>Deep</a:t>
            </a:r>
            <a:r>
              <a:rPr lang="en-US" b="1"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b="1" i="0" dirty="0">
                <a:solidFill>
                  <a:srgbClr val="262626"/>
                </a:solidFill>
                <a:effectLst/>
                <a:latin typeface="Calibri"/>
                <a:ea typeface="Calibri"/>
                <a:cs typeface="Calibri"/>
              </a:rPr>
              <a:t> Expertise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CF71B3-5882-0ACA-8F0C-E597CF37495F}"/>
              </a:ext>
            </a:extLst>
          </p:cNvPr>
          <p:cNvSpPr txBox="1"/>
          <p:nvPr userDrawn="1"/>
        </p:nvSpPr>
        <p:spPr>
          <a:xfrm>
            <a:off x="1579004" y="2951486"/>
            <a:ext cx="6152972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buNone/>
            </a:pPr>
            <a:r>
              <a:rPr lang="en-US" b="1" i="0">
                <a:solidFill>
                  <a:srgbClr val="262626"/>
                </a:solidFill>
                <a:effectLst/>
                <a:latin typeface="Calibri"/>
                <a:ea typeface="Calibri"/>
                <a:cs typeface="Calibri"/>
              </a:rPr>
              <a:t>Proven </a:t>
            </a:r>
            <a:r>
              <a:rPr lang="en-US" b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Multi-agent</a:t>
            </a:r>
            <a:r>
              <a:rPr lang="en-US" b="1" i="0">
                <a:solidFill>
                  <a:srgbClr val="262626"/>
                </a:solidFill>
                <a:effectLst/>
                <a:latin typeface="Calibri"/>
                <a:ea typeface="Calibri"/>
                <a:cs typeface="Calibri"/>
              </a:rPr>
              <a:t> Track Record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0FC3E6-58A5-9CD0-8116-16B821E0D0D2}"/>
              </a:ext>
            </a:extLst>
          </p:cNvPr>
          <p:cNvSpPr txBox="1"/>
          <p:nvPr userDrawn="1"/>
        </p:nvSpPr>
        <p:spPr>
          <a:xfrm>
            <a:off x="1192327" y="1708438"/>
            <a:ext cx="4797039" cy="7386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dirty="0"/>
              <a:t>We bring hands-on experience from multiple industries, facing similar challenges with documentation and maintenance of correct manuals. </a:t>
            </a:r>
            <a:endParaRPr lang="en-US" sz="1400" dirty="0"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ABC5C1-7F24-0E88-1FBE-F391A1D6443E}"/>
              </a:ext>
            </a:extLst>
          </p:cNvPr>
          <p:cNvSpPr txBox="1"/>
          <p:nvPr userDrawn="1"/>
        </p:nvSpPr>
        <p:spPr>
          <a:xfrm>
            <a:off x="1192327" y="3324512"/>
            <a:ext cx="4797039" cy="7386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b="0" i="0">
                <a:effectLst/>
                <a:cs typeface="Calibri"/>
              </a:rPr>
              <a:t>Our team has delivered </a:t>
            </a:r>
            <a:r>
              <a:rPr lang="en-US" sz="1400">
                <a:cs typeface="Calibri"/>
              </a:rPr>
              <a:t>multiple</a:t>
            </a:r>
            <a:r>
              <a:rPr lang="en-US" sz="1400" b="0" i="0">
                <a:effectLst/>
                <a:cs typeface="Calibri"/>
              </a:rPr>
              <a:t> enterprise-grade </a:t>
            </a:r>
            <a:r>
              <a:rPr lang="en-US" sz="1400">
                <a:cs typeface="Calibri"/>
              </a:rPr>
              <a:t>Multi-agent products</a:t>
            </a:r>
            <a:r>
              <a:rPr lang="en-US" sz="1400" b="0" i="0">
                <a:effectLst/>
                <a:cs typeface="Calibri"/>
              </a:rPr>
              <a:t> across pharma, retail, and industrial sectors tailored to real-world production needs and scaled for impact.</a:t>
            </a:r>
            <a:endParaRPr lang="en-US" sz="1400">
              <a:cs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583127-2AD4-6B03-1813-71A4E76C8329}"/>
              </a:ext>
            </a:extLst>
          </p:cNvPr>
          <p:cNvSpPr txBox="1"/>
          <p:nvPr userDrawn="1"/>
        </p:nvSpPr>
        <p:spPr>
          <a:xfrm>
            <a:off x="1579003" y="4598939"/>
            <a:ext cx="4623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>
                <a:solidFill>
                  <a:srgbClr val="262626"/>
                </a:solidFill>
                <a:effectLst/>
                <a:latin typeface="Calibri"/>
                <a:ea typeface="Calibri"/>
                <a:cs typeface="Calibri"/>
              </a:rPr>
              <a:t>Top Talent, Lean Team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C77D6C-536D-288A-9A07-AE2C0979AAAF}"/>
              </a:ext>
            </a:extLst>
          </p:cNvPr>
          <p:cNvSpPr txBox="1"/>
          <p:nvPr userDrawn="1"/>
        </p:nvSpPr>
        <p:spPr>
          <a:xfrm>
            <a:off x="1166408" y="5032463"/>
            <a:ext cx="472582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 senior-led, cross-functional squad ensures rapid delivery and tight feedback loops, with fewer handoffs, faster iteration, and lower total cost of ownership.</a:t>
            </a:r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DF3F49-B1AD-72D3-895F-DCC4FB73D793}"/>
              </a:ext>
            </a:extLst>
          </p:cNvPr>
          <p:cNvSpPr txBox="1"/>
          <p:nvPr userDrawn="1"/>
        </p:nvSpPr>
        <p:spPr>
          <a:xfrm>
            <a:off x="7127541" y="1306294"/>
            <a:ext cx="4573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>
                <a:solidFill>
                  <a:srgbClr val="26262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Built for Production from Day one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001DDF-FBDF-E249-6F7B-99181D69AC28}"/>
              </a:ext>
            </a:extLst>
          </p:cNvPr>
          <p:cNvSpPr txBox="1"/>
          <p:nvPr userDrawn="1"/>
        </p:nvSpPr>
        <p:spPr>
          <a:xfrm>
            <a:off x="6785709" y="1675625"/>
            <a:ext cx="479703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Security, compliance, and monitoring are embedded from the start, not retrofitted later. Our mindset is production-first, not prototype-first.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912470-7B43-22A2-00D0-17B9520EA500}"/>
              </a:ext>
            </a:extLst>
          </p:cNvPr>
          <p:cNvSpPr txBox="1"/>
          <p:nvPr userDrawn="1"/>
        </p:nvSpPr>
        <p:spPr>
          <a:xfrm>
            <a:off x="7151925" y="2874415"/>
            <a:ext cx="4573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>
                <a:solidFill>
                  <a:srgbClr val="26262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 True Partner, Not Just a Vendor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4101A6-1B1B-4243-E876-B17CEA780A39}"/>
              </a:ext>
            </a:extLst>
          </p:cNvPr>
          <p:cNvSpPr txBox="1"/>
          <p:nvPr userDrawn="1"/>
        </p:nvSpPr>
        <p:spPr>
          <a:xfrm>
            <a:off x="6785709" y="3251134"/>
            <a:ext cx="479703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We co-create with your teams, share knowledge openly, and avoid vendor lock-in through open standards and transparent design. Our goal is long-term capability, not dependency.</a:t>
            </a: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BBAD7591-F744-4098-E06F-543F90015B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0355" y="1270462"/>
            <a:ext cx="506619" cy="506619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95D0FA04-3AB7-EAAA-0E84-5E95CEFF0D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6697" y="1228383"/>
            <a:ext cx="506619" cy="506619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D2732E4D-CDD3-0A02-898B-AAE31D61CD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0355" y="2886536"/>
            <a:ext cx="506619" cy="506619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327537E7-188C-632A-88A4-0CDB609626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9789" y="4566590"/>
            <a:ext cx="506619" cy="506619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E9A888FE-DFD9-54E1-04FD-46DD1AB731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6697" y="2831158"/>
            <a:ext cx="506619" cy="506619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D4538602-E74E-0718-5FA7-047BC0C9B4D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4373" y="2983837"/>
            <a:ext cx="304631" cy="304631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5E7BF02C-615A-3088-AF8E-15E632D4745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74372" y="4631290"/>
            <a:ext cx="304631" cy="304631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5AA8A8E1-06B7-4373-90E9-1E30C3724DE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79357" y="1336117"/>
            <a:ext cx="305989" cy="305989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159525F5-F14E-A4CB-D96F-FF4281DDC8EB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22910" y="2922459"/>
            <a:ext cx="304631" cy="304631"/>
          </a:xfrm>
          <a:prstGeom prst="rect">
            <a:avLst/>
          </a:prstGeom>
        </p:spPr>
      </p:pic>
      <p:pic>
        <p:nvPicPr>
          <p:cNvPr id="37" name="Picture 36" descr="Download IKEA Logo in SVG Vector or PNG File Format - Logo.wine">
            <a:extLst>
              <a:ext uri="{FF2B5EF4-FFF2-40B4-BE49-F238E27FC236}">
                <a16:creationId xmlns:a16="http://schemas.microsoft.com/office/drawing/2014/main" id="{21C476F9-E6D3-0A4B-C426-8A1E5FB20E13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924131" y="4865550"/>
            <a:ext cx="853861" cy="809619"/>
          </a:xfrm>
          <a:prstGeom prst="rect">
            <a:avLst/>
          </a:prstGeom>
          <a:ln>
            <a:noFill/>
          </a:ln>
        </p:spPr>
      </p:pic>
      <p:pic>
        <p:nvPicPr>
          <p:cNvPr id="38" name="Picture 37" descr="Novo Nordisk - Wikipedia">
            <a:extLst>
              <a:ext uri="{FF2B5EF4-FFF2-40B4-BE49-F238E27FC236}">
                <a16:creationId xmlns:a16="http://schemas.microsoft.com/office/drawing/2014/main" id="{F2D5E519-A47C-7694-5CD1-E81E57C25B5D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069466" y="4999651"/>
            <a:ext cx="853860" cy="623807"/>
          </a:xfrm>
          <a:prstGeom prst="rect">
            <a:avLst/>
          </a:prstGeom>
          <a:ln>
            <a:noFill/>
          </a:ln>
        </p:spPr>
      </p:pic>
      <p:pic>
        <p:nvPicPr>
          <p:cNvPr id="39" name="Picture 38" descr="Volvo Logo PNG Vectors Free Download">
            <a:extLst>
              <a:ext uri="{FF2B5EF4-FFF2-40B4-BE49-F238E27FC236}">
                <a16:creationId xmlns:a16="http://schemas.microsoft.com/office/drawing/2014/main" id="{72E483E8-247A-32FF-E55C-B3B693F060F8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002297" y="4975612"/>
            <a:ext cx="596239" cy="605209"/>
          </a:xfrm>
          <a:prstGeom prst="rect">
            <a:avLst/>
          </a:prstGeom>
          <a:ln>
            <a:noFill/>
          </a:ln>
        </p:spPr>
      </p:pic>
      <p:pic>
        <p:nvPicPr>
          <p:cNvPr id="40" name="Picture 39" descr="Tetra Laval | Tetra Laval">
            <a:extLst>
              <a:ext uri="{FF2B5EF4-FFF2-40B4-BE49-F238E27FC236}">
                <a16:creationId xmlns:a16="http://schemas.microsoft.com/office/drawing/2014/main" id="{76DB1012-F4EF-F66E-9015-3D60A0635AF3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6879357" y="5623966"/>
            <a:ext cx="1635687" cy="207535"/>
          </a:xfrm>
          <a:prstGeom prst="rect">
            <a:avLst/>
          </a:prstGeom>
          <a:ln>
            <a:noFill/>
          </a:ln>
        </p:spPr>
      </p:pic>
      <p:pic>
        <p:nvPicPr>
          <p:cNvPr id="41" name="Picture 40" descr="Novartis Logo, symbol, meaning, history ...">
            <a:extLst>
              <a:ext uri="{FF2B5EF4-FFF2-40B4-BE49-F238E27FC236}">
                <a16:creationId xmlns:a16="http://schemas.microsoft.com/office/drawing/2014/main" id="{AD420B4B-954A-D141-F1E8-0FE269447133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9931512" y="5076813"/>
            <a:ext cx="859887" cy="508778"/>
          </a:xfrm>
          <a:prstGeom prst="rect">
            <a:avLst/>
          </a:prstGeom>
          <a:ln>
            <a:noFill/>
          </a:ln>
        </p:spPr>
      </p:pic>
      <p:pic>
        <p:nvPicPr>
          <p:cNvPr id="42" name="Google Shape;920;p15">
            <a:extLst>
              <a:ext uri="{FF2B5EF4-FFF2-40B4-BE49-F238E27FC236}">
                <a16:creationId xmlns:a16="http://schemas.microsoft.com/office/drawing/2014/main" id="{A3FE8608-9DB4-ACFD-20F0-E31C800B57D1}"/>
              </a:ext>
            </a:extLst>
          </p:cNvPr>
          <p:cNvPicPr preferRelativeResize="0"/>
          <p:nvPr userDrawn="1"/>
        </p:nvPicPr>
        <p:blipFill rotWithShape="1">
          <a:blip r:embed="rId1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35953" y="5667776"/>
            <a:ext cx="1755446" cy="163725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DE242BD1-E8F0-2635-BF7D-9643DA4A8844}"/>
              </a:ext>
            </a:extLst>
          </p:cNvPr>
          <p:cNvSpPr txBox="1"/>
          <p:nvPr userDrawn="1"/>
        </p:nvSpPr>
        <p:spPr>
          <a:xfrm>
            <a:off x="7115653" y="4598939"/>
            <a:ext cx="47970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101826"/>
                </a:solidFill>
              </a:rPr>
              <a:t>Over 15 years of expertise in top 500 companies</a:t>
            </a:r>
            <a:endParaRPr lang="en-US"/>
          </a:p>
        </p:txBody>
      </p:sp>
      <p:pic>
        <p:nvPicPr>
          <p:cNvPr id="44" name="Graphic 43">
            <a:extLst>
              <a:ext uri="{FF2B5EF4-FFF2-40B4-BE49-F238E27FC236}">
                <a16:creationId xmlns:a16="http://schemas.microsoft.com/office/drawing/2014/main" id="{B215E11D-C506-B6AF-57D4-6EDD9DBD59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6425" y="4537682"/>
            <a:ext cx="506619" cy="506619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65D7D50D-033A-59ED-8EEA-390729267733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837421" y="4638267"/>
            <a:ext cx="275608" cy="275608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3AFCA702-B7A3-1F38-1616-7308C99E9BDE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242364" y="1333500"/>
            <a:ext cx="359228" cy="37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6698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B3D377-9CEB-0E17-C353-D1CFED4E8C22}"/>
              </a:ext>
            </a:extLst>
          </p:cNvPr>
          <p:cNvCxnSpPr/>
          <p:nvPr userDrawn="1"/>
        </p:nvCxnSpPr>
        <p:spPr>
          <a:xfrm>
            <a:off x="0" y="6235795"/>
            <a:ext cx="12192000" cy="0"/>
          </a:xfrm>
          <a:prstGeom prst="line">
            <a:avLst/>
          </a:prstGeom>
          <a:ln w="19050">
            <a:solidFill>
              <a:srgbClr val="E3081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1ABFB85-8AE3-F4E1-5751-09FAE775143C}"/>
              </a:ext>
            </a:extLst>
          </p:cNvPr>
          <p:cNvSpPr txBox="1"/>
          <p:nvPr userDrawn="1"/>
        </p:nvSpPr>
        <p:spPr>
          <a:xfrm>
            <a:off x="436081" y="6397758"/>
            <a:ext cx="2396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Swiss </a:t>
            </a:r>
            <a:r>
              <a:rPr lang="en-US" sz="1600">
                <a:solidFill>
                  <a:srgbClr val="C30C13"/>
                </a:solidFill>
                <a:cs typeface="Arial" panose="020B0604020202020204" pitchFamily="34" charset="0"/>
              </a:rPr>
              <a:t>AI 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boutique</a:t>
            </a:r>
            <a:endParaRPr lang="en-US" sz="16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309E7-E637-5456-F859-A6A8C2AA027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91157" y="6436824"/>
            <a:ext cx="307405" cy="2846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FF4BA3-D4AF-1293-33CF-997C8E35887B}"/>
              </a:ext>
            </a:extLst>
          </p:cNvPr>
          <p:cNvSpPr txBox="1"/>
          <p:nvPr userDrawn="1"/>
        </p:nvSpPr>
        <p:spPr>
          <a:xfrm>
            <a:off x="10646384" y="6243323"/>
            <a:ext cx="15456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0" i="0">
                <a:latin typeface="Univa Nova Light" pitchFamily="2" charset="77"/>
              </a:rPr>
              <a:t>ekona.ai</a:t>
            </a:r>
          </a:p>
        </p:txBody>
      </p:sp>
    </p:spTree>
    <p:extLst>
      <p:ext uri="{BB962C8B-B14F-4D97-AF65-F5344CB8AC3E}">
        <p14:creationId xmlns:p14="http://schemas.microsoft.com/office/powerpoint/2010/main" val="2940896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1" r:id="rId2"/>
    <p:sldLayoutId id="2147483666" r:id="rId3"/>
    <p:sldLayoutId id="2147483677" r:id="rId4"/>
    <p:sldLayoutId id="2147483667" r:id="rId5"/>
    <p:sldLayoutId id="2147483668" r:id="rId6"/>
    <p:sldLayoutId id="2147483650" r:id="rId7"/>
    <p:sldLayoutId id="2147483675" r:id="rId8"/>
    <p:sldLayoutId id="2147483678" r:id="rId9"/>
    <p:sldLayoutId id="2147483676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ekona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File" id="{5AE4C47D-EEC9-3045-A462-62ACAEA5FDD1}" vid="{31278055-9C6C-7841-A618-8326BB568A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bdccfd7-ed75-47c4-ae3e-45ba8291135b" xsi:nil="true"/>
    <lcf76f155ced4ddcb4097134ff3c332f xmlns="bdfda862-7558-4f4e-99f8-648970d7935e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55CCFAD34A484FAC43376D580F7497" ma:contentTypeVersion="13" ma:contentTypeDescription="Create a new document." ma:contentTypeScope="" ma:versionID="20fcfebd8cb07aba400aa359cb6a137d">
  <xsd:schema xmlns:xsd="http://www.w3.org/2001/XMLSchema" xmlns:xs="http://www.w3.org/2001/XMLSchema" xmlns:p="http://schemas.microsoft.com/office/2006/metadata/properties" xmlns:ns2="bdfda862-7558-4f4e-99f8-648970d7935e" xmlns:ns3="2bdccfd7-ed75-47c4-ae3e-45ba8291135b" targetNamespace="http://schemas.microsoft.com/office/2006/metadata/properties" ma:root="true" ma:fieldsID="e7232410060904e04ccc6d86ba125b69" ns2:_="" ns3:_="">
    <xsd:import namespace="bdfda862-7558-4f4e-99f8-648970d7935e"/>
    <xsd:import namespace="2bdccfd7-ed75-47c4-ae3e-45ba8291135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fda862-7558-4f4e-99f8-648970d793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3172f08a-6d1d-4090-b6e7-443b1fdb300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dccfd7-ed75-47c4-ae3e-45ba8291135b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5b3827de-d5af-4de8-9be1-31d341ffe7dd}" ma:internalName="TaxCatchAll" ma:showField="CatchAllData" ma:web="2bdccfd7-ed75-47c4-ae3e-45ba8291135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18F5EE7-65DF-41C5-963C-25B6B377F939}">
  <ds:schemaRefs>
    <ds:schemaRef ds:uri="http://schemas.microsoft.com/office/2006/metadata/properties"/>
    <ds:schemaRef ds:uri="http://purl.org/dc/dcmitype/"/>
    <ds:schemaRef ds:uri="http://purl.org/dc/terms/"/>
    <ds:schemaRef ds:uri="bdfda862-7558-4f4e-99f8-648970d7935e"/>
    <ds:schemaRef ds:uri="http://purl.org/dc/elements/1.1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2bdccfd7-ed75-47c4-ae3e-45ba8291135b"/>
  </ds:schemaRefs>
</ds:datastoreItem>
</file>

<file path=customXml/itemProps2.xml><?xml version="1.0" encoding="utf-8"?>
<ds:datastoreItem xmlns:ds="http://schemas.openxmlformats.org/officeDocument/2006/customXml" ds:itemID="{26AA38A5-B176-4017-B3F9-F5D611C74B4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dfda862-7558-4f4e-99f8-648970d7935e"/>
    <ds:schemaRef ds:uri="2bdccfd7-ed75-47c4-ae3e-45ba8291135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2B4E4C2-7A23-4EC8-AE63-F75F63DE72B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514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Aptos</vt:lpstr>
      <vt:lpstr>Arial</vt:lpstr>
      <vt:lpstr>Calibri</vt:lpstr>
      <vt:lpstr>Univa Nova Light</vt:lpstr>
      <vt:lpstr>ekona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Sam Khalil</cp:lastModifiedBy>
  <cp:revision>2</cp:revision>
  <dcterms:created xsi:type="dcterms:W3CDTF">2013-07-15T20:26:40Z</dcterms:created>
  <dcterms:modified xsi:type="dcterms:W3CDTF">2025-08-11T07:57:41Z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0x0101009D55CCFAD34A484FAC43376D580F7497</vt:lpwstr>
  </property>
  <property fmtid="{D5CDD505-2E9C-101B-9397-08002B2CF9AE}" pid="3" name="_SourceUrl">
    <vt:lpwstr/>
  </property>
  <property fmtid="{D5CDD505-2E9C-101B-9397-08002B2CF9AE}" pid="4" name="_SharedFileIndex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MediaServiceImageTags">
    <vt:lpwstr/>
  </property>
</Properties>
</file>