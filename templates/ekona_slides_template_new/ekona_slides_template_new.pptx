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FF173F-DF9C-D14E-964C-429E56C8376C}" v="7" dt="2025-08-18T19:51:33.2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186"/>
    <p:restoredTop sz="94830"/>
  </p:normalViewPr>
  <p:slideViewPr>
    <p:cSldViewPr snapToGrid="0">
      <p:cViewPr varScale="1">
        <p:scale>
          <a:sx n="101" d="100"/>
          <a:sy n="101" d="100"/>
        </p:scale>
        <p:origin x="200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21T08:11:04.944" v="2496" actId="29295"/>
      <pc:docMkLst>
        <pc:docMk/>
      </pc:docMkLst>
      <pc:sldChg chg="new del">
        <pc:chgData name="Sam Khalil" userId="82cd1ec2-6208-465b-9d4d-40ce8f0cbf96" providerId="ADAL" clId="{651B6F30-EC96-2340-AD4B-07A6B9855D0C}" dt="2025-07-20T15:51:45.829" v="1447" actId="2696"/>
        <pc:sldMkLst>
          <pc:docMk/>
          <pc:sldMk cId="812657698" sldId="256"/>
        </pc:sldMkLst>
      </pc:sldChg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20T12:56:25.527" v="1353" actId="2696"/>
        <pc:sldMkLst>
          <pc:docMk/>
          <pc:sldMk cId="1599994850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21T08:11:04.944" v="2496" actId="29295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21T08:06:20.088" v="2162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21T08:06:13.638" v="2143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21T08:06:20.088" v="2162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mod">
            <ac:chgData name="Sam Khalil" userId="82cd1ec2-6208-465b-9d4d-40ce8f0cbf96" providerId="ADAL" clId="{651B6F30-EC96-2340-AD4B-07A6B9855D0C}" dt="2025-07-21T08:05:28.875" v="2112" actId="167"/>
            <ac:spMkLst>
              <pc:docMk/>
              <pc:sldMasterMk cId="2940896467" sldId="2147483648"/>
              <pc:sldLayoutMk cId="3074954578" sldId="2147483650"/>
              <ac:spMk id="5" creationId="{4286C11B-CD57-AE94-2379-3F6FBE23504C}"/>
            </ac:spMkLst>
          </pc:spChg>
          <pc:spChg chg="add mod">
            <ac:chgData name="Sam Khalil" userId="82cd1ec2-6208-465b-9d4d-40ce8f0cbf96" providerId="ADAL" clId="{651B6F30-EC96-2340-AD4B-07A6B9855D0C}" dt="2025-07-21T08:05:52.092" v="2121" actId="14100"/>
            <ac:spMkLst>
              <pc:docMk/>
              <pc:sldMasterMk cId="2940896467" sldId="2147483648"/>
              <pc:sldLayoutMk cId="3074954578" sldId="2147483650"/>
              <ac:spMk id="6" creationId="{8755C1BE-9560-A50A-74BD-E0FFF7F5B69F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</pc:sldLayoutChg>
        <pc:sldLayoutChg chg="addSp modSp mod">
          <pc:chgData name="Sam Khalil" userId="82cd1ec2-6208-465b-9d4d-40ce8f0cbf96" providerId="ADAL" clId="{651B6F30-EC96-2340-AD4B-07A6B9855D0C}" dt="2025-07-21T08:05:08.740" v="2106" actId="1076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21T08:05:08.740" v="2106" actId="1076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5:01.697" v="2104" actId="14100"/>
            <ac:spMkLst>
              <pc:docMk/>
              <pc:sldMasterMk cId="2940896467" sldId="2147483648"/>
              <pc:sldLayoutMk cId="3100185760" sldId="2147483667"/>
              <ac:spMk id="4" creationId="{F8567C99-F3EA-939B-081F-B8C4B329CCCE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21T08:09:17.134" v="2468" actId="207"/>
          <pc:sldLayoutMkLst>
            <pc:docMk/>
            <pc:sldMasterMk cId="2940896467" sldId="2147483648"/>
            <pc:sldLayoutMk cId="3393990456" sldId="2147483672"/>
          </pc:sldLayoutMkLst>
          <pc:spChg chg="mod">
            <ac:chgData name="Sam Khalil" userId="82cd1ec2-6208-465b-9d4d-40ce8f0cbf96" providerId="ADAL" clId="{651B6F30-EC96-2340-AD4B-07A6B9855D0C}" dt="2025-07-21T08:08:36.529" v="2240" actId="1076"/>
            <ac:spMkLst>
              <pc:docMk/>
              <pc:sldMasterMk cId="2940896467" sldId="2147483648"/>
              <pc:sldLayoutMk cId="3393990456" sldId="2147483672"/>
              <ac:spMk id="12" creationId="{EFC724FB-B7D0-20F8-923C-E4CD8D9194CA}"/>
            </ac:spMkLst>
          </pc:spChg>
          <pc:spChg chg="add mod">
            <ac:chgData name="Sam Khalil" userId="82cd1ec2-6208-465b-9d4d-40ce8f0cbf96" providerId="ADAL" clId="{651B6F30-EC96-2340-AD4B-07A6B9855D0C}" dt="2025-07-21T08:09:10.569" v="2417" actId="167"/>
            <ac:spMkLst>
              <pc:docMk/>
              <pc:sldMasterMk cId="2940896467" sldId="2147483648"/>
              <pc:sldLayoutMk cId="3393990456" sldId="2147483672"/>
              <ac:spMk id="13" creationId="{0617AC1D-26CB-713E-4508-B01954EF86DF}"/>
            </ac:spMkLst>
          </pc:spChg>
          <pc:spChg chg="add mod">
            <ac:chgData name="Sam Khalil" userId="82cd1ec2-6208-465b-9d4d-40ce8f0cbf96" providerId="ADAL" clId="{651B6F30-EC96-2340-AD4B-07A6B9855D0C}" dt="2025-07-21T08:09:17.134" v="2468" actId="207"/>
            <ac:spMkLst>
              <pc:docMk/>
              <pc:sldMasterMk cId="2940896467" sldId="2147483648"/>
              <pc:sldLayoutMk cId="3393990456" sldId="2147483672"/>
              <ac:spMk id="18" creationId="{12CC8E3F-B2A1-F8CA-0B79-3E642C812BBA}"/>
            </ac:spMkLst>
          </pc:spChg>
          <pc:picChg chg="add del mod">
            <ac:chgData name="Sam Khalil" userId="82cd1ec2-6208-465b-9d4d-40ce8f0cbf96" providerId="ADAL" clId="{651B6F30-EC96-2340-AD4B-07A6B9855D0C}" dt="2025-07-21T08:08:52.775" v="2246" actId="167"/>
            <ac:picMkLst>
              <pc:docMk/>
              <pc:sldMasterMk cId="2940896467" sldId="2147483648"/>
              <pc:sldLayoutMk cId="3393990456" sldId="2147483672"/>
              <ac:picMk id="4" creationId="{E92912F8-6299-B5F5-C99C-1BF14D2F0334}"/>
            </ac:picMkLst>
          </pc:picChg>
          <pc:picChg chg="mod">
            <ac:chgData name="Sam Khalil" userId="82cd1ec2-6208-465b-9d4d-40ce8f0cbf96" providerId="ADAL" clId="{651B6F30-EC96-2340-AD4B-07A6B9855D0C}" dt="2025-07-21T08:08:36.529" v="2240" actId="1076"/>
            <ac:picMkLst>
              <pc:docMk/>
              <pc:sldMasterMk cId="2940896467" sldId="2147483648"/>
              <pc:sldLayoutMk cId="3393990456" sldId="2147483672"/>
              <ac:picMk id="14" creationId="{981C10B9-9817-EB54-2841-E3C1D957E143}"/>
            </ac:picMkLst>
          </pc:picChg>
        </pc:sldLayoutChg>
        <pc:sldLayoutChg chg="addSp modSp mod ord">
          <pc:chgData name="Sam Khalil" userId="82cd1ec2-6208-465b-9d4d-40ce8f0cbf96" providerId="ADAL" clId="{651B6F30-EC96-2340-AD4B-07A6B9855D0C}" dt="2025-07-21T08:11:04.944" v="2496" actId="29295"/>
          <pc:sldLayoutMkLst>
            <pc:docMk/>
            <pc:sldMasterMk cId="2940896467" sldId="2147483648"/>
            <pc:sldLayoutMk cId="2955669845" sldId="2147483673"/>
          </pc:sldLayoutMkLst>
          <pc:spChg chg="add mod">
            <ac:chgData name="Sam Khalil" userId="82cd1ec2-6208-465b-9d4d-40ce8f0cbf96" providerId="ADAL" clId="{651B6F30-EC96-2340-AD4B-07A6B9855D0C}" dt="2025-07-21T08:10:30.455" v="2490" actId="14100"/>
            <ac:spMkLst>
              <pc:docMk/>
              <pc:sldMasterMk cId="2940896467" sldId="2147483648"/>
              <pc:sldLayoutMk cId="2955669845" sldId="2147483673"/>
              <ac:spMk id="2" creationId="{E4D1961F-E19F-CE3C-40E8-F910B0EE5077}"/>
            </ac:spMkLst>
          </pc:spChg>
          <pc:spChg chg="mod">
            <ac:chgData name="Sam Khalil" userId="82cd1ec2-6208-465b-9d4d-40ce8f0cbf96" providerId="ADAL" clId="{651B6F30-EC96-2340-AD4B-07A6B9855D0C}" dt="2025-07-21T08:09:45.759" v="2479" actId="1076"/>
            <ac:spMkLst>
              <pc:docMk/>
              <pc:sldMasterMk cId="2940896467" sldId="2147483648"/>
              <pc:sldLayoutMk cId="2955669845" sldId="2147483673"/>
              <ac:spMk id="13" creationId="{49D92DF9-4B98-A01C-A7B1-352C8B146E6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8" creationId="{3D76CCEB-1818-1860-AAF8-7A1CA815CF36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9" creationId="{0BCF71B3-5882-0ACA-8F0C-E597CF37495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0" creationId="{130FC3E6-58A5-9CD0-8116-16B821E0D0D2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1" creationId="{D7ABC5C1-7F24-0E88-1FBE-F391A1D6443E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2" creationId="{45583127-2AD4-6B03-1813-71A4E76C8329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3" creationId="{43C77D6C-536D-288A-9A07-AE2C0979AAAF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4" creationId="{74DF3F49-B1AD-72D3-895F-DCC4FB73D793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5" creationId="{FE001DDF-FBDF-E249-6F7B-99181D69AC28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6" creationId="{86912470-7B43-22A2-00D0-17B9520EA500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7" creationId="{DD4101A6-1B1B-4243-E876-B17CEA780A39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43" creationId="{DE242BD1-E8F0-2635-BF7D-9643DA4A8844}"/>
            </ac:spMkLst>
          </pc:sp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28" creationId="{BBAD7591-F744-4098-E06F-543F90015B7A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29" creationId="{95D0FA04-3AB7-EAAA-0E84-5E95CEFF0D4F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0" creationId="{D2732E4D-CDD3-0A02-898B-AAE31D61CD92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1" creationId="{327537E7-188C-632A-88A4-0CDB609626B8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33" creationId="{D4538602-E74E-0718-5FA7-047BC0C9B4DC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4" creationId="{5E7BF02C-615A-3088-AF8E-15E632D47456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35" creationId="{5AA8A8E1-06B7-4373-90E9-1E30C3724DEB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7" creationId="{21C476F9-E6D3-0A4B-C426-8A1E5FB20E1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8" creationId="{F2D5E519-A47C-7694-5CD1-E81E57C25B5D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9" creationId="{72E483E8-247A-32FF-E55C-B3B693F060F8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0" creationId="{76DB1012-F4EF-F66E-9015-3D60A0635AF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1" creationId="{AD420B4B-954A-D141-F1E8-0FE26944713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2" creationId="{A3FE8608-9DB4-ACFD-20F0-E31C800B57D1}"/>
            </ac:picMkLst>
          </pc:picChg>
          <pc:picChg chg="mod">
            <ac:chgData name="Sam Khalil" userId="82cd1ec2-6208-465b-9d4d-40ce8f0cbf96" providerId="ADAL" clId="{651B6F30-EC96-2340-AD4B-07A6B9855D0C}" dt="2025-07-21T08:10:09.122" v="2486" actId="1076"/>
            <ac:picMkLst>
              <pc:docMk/>
              <pc:sldMasterMk cId="2940896467" sldId="2147483648"/>
              <pc:sldLayoutMk cId="2955669845" sldId="2147483673"/>
              <ac:picMk id="44" creationId="{B215E11D-C506-B6AF-57D4-6EDD9DBD59BE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45" creationId="{65D7D50D-033A-59ED-8EEA-390729267733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46" creationId="{3AFCA702-B7A3-1F38-1616-7308C99E9BDE}"/>
            </ac:picMkLst>
          </pc:picChg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21T08:07:35.499" v="2207"/>
          <pc:sldLayoutMkLst>
            <pc:docMk/>
            <pc:sldMasterMk cId="2940896467" sldId="2147483648"/>
            <pc:sldLayoutMk cId="1049941252" sldId="2147483675"/>
          </pc:sldLayoutMkLst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21T08:07:33.541" v="2205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21T08:07:29.210" v="2201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21T08:07:26.618" v="2199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21T08:07:31.485" v="2203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21T08:07:27.788" v="2200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21T08:07:35.499" v="220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mod">
            <ac:chgData name="Sam Khalil" userId="82cd1ec2-6208-465b-9d4d-40ce8f0cbf96" providerId="ADAL" clId="{651B6F30-EC96-2340-AD4B-07A6B9855D0C}" dt="2025-07-21T08:06:35.192" v="2165" actId="167"/>
            <ac:spMkLst>
              <pc:docMk/>
              <pc:sldMasterMk cId="2940896467" sldId="2147483648"/>
              <pc:sldLayoutMk cId="1049941252" sldId="2147483675"/>
              <ac:spMk id="15" creationId="{A947E235-B803-CB82-33BD-ED0DA2439F22}"/>
            </ac:spMkLst>
          </pc:spChg>
        </pc:sldLayoutChg>
        <pc:sldLayoutChg chg="addSp delSp modSp add mod ord modTransition">
          <pc:chgData name="Sam Khalil" userId="82cd1ec2-6208-465b-9d4d-40ce8f0cbf96" providerId="ADAL" clId="{651B6F30-EC96-2340-AD4B-07A6B9855D0C}" dt="2025-07-21T08:07:59.793" v="2234" actId="20577"/>
          <pc:sldLayoutMkLst>
            <pc:docMk/>
            <pc:sldMasterMk cId="2940896467" sldId="2147483648"/>
            <pc:sldLayoutMk cId="88811751" sldId="2147483676"/>
          </pc:sldLayoutMkLst>
          <pc:spChg chg="mod">
            <ac:chgData name="Sam Khalil" userId="82cd1ec2-6208-465b-9d4d-40ce8f0cbf96" providerId="ADAL" clId="{651B6F30-EC96-2340-AD4B-07A6B9855D0C}" dt="2025-07-21T08:07:59.793" v="2234" actId="20577"/>
            <ac:spMkLst>
              <pc:docMk/>
              <pc:sldMasterMk cId="2940896467" sldId="2147483648"/>
              <pc:sldLayoutMk cId="88811751" sldId="2147483676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7:48.278" v="2210" actId="167"/>
            <ac:spMkLst>
              <pc:docMk/>
              <pc:sldMasterMk cId="2940896467" sldId="2147483648"/>
              <pc:sldLayoutMk cId="88811751" sldId="2147483676"/>
              <ac:spMk id="4" creationId="{BE22977E-9585-6DDE-2FD8-59AEA03AE068}"/>
            </ac:spMkLst>
          </pc:spChg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</pc:sldLayoutChg>
        <pc:sldLayoutChg chg="addSp delSp modSp add mod modTransition">
          <pc:chgData name="Sam Khalil" userId="82cd1ec2-6208-465b-9d4d-40ce8f0cbf96" providerId="ADAL" clId="{651B6F30-EC96-2340-AD4B-07A6B9855D0C}" dt="2025-07-21T08:07:22.700" v="2197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21T08:07:22.700" v="2197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56.521" v="2170" actId="167"/>
            <ac:spMkLst>
              <pc:docMk/>
              <pc:sldMasterMk cId="2940896467" sldId="2147483648"/>
              <pc:sldLayoutMk cId="2538074859" sldId="2147483678"/>
              <ac:spMk id="5" creationId="{E016E7B1-923A-B9B7-53D4-CEA8E79FC61D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mod">
            <ac:chgData name="Sam Khalil" userId="82cd1ec2-6208-465b-9d4d-40ce8f0cbf96" providerId="ADAL" clId="{651B6F30-EC96-2340-AD4B-07A6B9855D0C}" dt="2025-07-21T08:07:14.822" v="2191" actId="20577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21T08:07:20.929" v="2195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21T08:07:18.652" v="2193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</pc:sldLayoutChg>
      </pc:sldMasterChg>
    </pc:docChg>
  </pc:docChgLst>
  <pc:docChgLst>
    <pc:chgData name="Sam Khalil" userId="82cd1ec2-6208-465b-9d4d-40ce8f0cbf96" providerId="ADAL" clId="{EDFF173F-DF9C-D14E-964C-429E56C8376C}"/>
    <pc:docChg chg="undo custSel addSld delSld modSld modMainMaster">
      <pc:chgData name="Sam Khalil" userId="82cd1ec2-6208-465b-9d4d-40ce8f0cbf96" providerId="ADAL" clId="{EDFF173F-DF9C-D14E-964C-429E56C8376C}" dt="2025-08-18T20:03:08.967" v="34" actId="478"/>
      <pc:docMkLst>
        <pc:docMk/>
      </pc:docMkLst>
      <pc:sldChg chg="new del">
        <pc:chgData name="Sam Khalil" userId="82cd1ec2-6208-465b-9d4d-40ce8f0cbf96" providerId="ADAL" clId="{EDFF173F-DF9C-D14E-964C-429E56C8376C}" dt="2025-08-18T19:50:55.892" v="16" actId="2696"/>
        <pc:sldMkLst>
          <pc:docMk/>
          <pc:sldMk cId="1123278128" sldId="256"/>
        </pc:sldMkLst>
      </pc:sldChg>
      <pc:sldChg chg="new del">
        <pc:chgData name="Sam Khalil" userId="82cd1ec2-6208-465b-9d4d-40ce8f0cbf96" providerId="ADAL" clId="{EDFF173F-DF9C-D14E-964C-429E56C8376C}" dt="2025-08-18T19:51:52.639" v="31" actId="2696"/>
        <pc:sldMkLst>
          <pc:docMk/>
          <pc:sldMk cId="2364411286" sldId="256"/>
        </pc:sldMkLst>
      </pc:sldChg>
      <pc:sldChg chg="new del">
        <pc:chgData name="Sam Khalil" userId="82cd1ec2-6208-465b-9d4d-40ce8f0cbf96" providerId="ADAL" clId="{EDFF173F-DF9C-D14E-964C-429E56C8376C}" dt="2025-08-18T19:51:02.265" v="21" actId="2696"/>
        <pc:sldMkLst>
          <pc:docMk/>
          <pc:sldMk cId="2478153773" sldId="256"/>
        </pc:sldMkLst>
      </pc:sldChg>
      <pc:sldChg chg="new del">
        <pc:chgData name="Sam Khalil" userId="82cd1ec2-6208-465b-9d4d-40ce8f0cbf96" providerId="ADAL" clId="{EDFF173F-DF9C-D14E-964C-429E56C8376C}" dt="2025-08-18T19:48:30.753" v="7" actId="2696"/>
        <pc:sldMkLst>
          <pc:docMk/>
          <pc:sldMk cId="4135296527" sldId="256"/>
        </pc:sldMkLst>
      </pc:sldChg>
      <pc:sldChg chg="new del">
        <pc:chgData name="Sam Khalil" userId="82cd1ec2-6208-465b-9d4d-40ce8f0cbf96" providerId="ADAL" clId="{EDFF173F-DF9C-D14E-964C-429E56C8376C}" dt="2025-08-18T19:51:01.593" v="20" actId="2696"/>
        <pc:sldMkLst>
          <pc:docMk/>
          <pc:sldMk cId="538647484" sldId="257"/>
        </pc:sldMkLst>
      </pc:sldChg>
      <pc:sldChg chg="new del">
        <pc:chgData name="Sam Khalil" userId="82cd1ec2-6208-465b-9d4d-40ce8f0cbf96" providerId="ADAL" clId="{EDFF173F-DF9C-D14E-964C-429E56C8376C}" dt="2025-08-18T19:50:54.986" v="14" actId="2696"/>
        <pc:sldMkLst>
          <pc:docMk/>
          <pc:sldMk cId="3443912578" sldId="257"/>
        </pc:sldMkLst>
      </pc:sldChg>
      <pc:sldChg chg="new add del">
        <pc:chgData name="Sam Khalil" userId="82cd1ec2-6208-465b-9d4d-40ce8f0cbf96" providerId="ADAL" clId="{EDFF173F-DF9C-D14E-964C-429E56C8376C}" dt="2025-08-18T19:51:13.371" v="24" actId="2696"/>
        <pc:sldMkLst>
          <pc:docMk/>
          <pc:sldMk cId="502636193" sldId="258"/>
        </pc:sldMkLst>
      </pc:sldChg>
      <pc:sldChg chg="addSp delSp modSp new del mod modClrScheme chgLayout">
        <pc:chgData name="Sam Khalil" userId="82cd1ec2-6208-465b-9d4d-40ce8f0cbf96" providerId="ADAL" clId="{EDFF173F-DF9C-D14E-964C-429E56C8376C}" dt="2025-08-18T19:50:55.110" v="15" actId="2696"/>
        <pc:sldMkLst>
          <pc:docMk/>
          <pc:sldMk cId="2606830780" sldId="258"/>
        </pc:sldMkLst>
        <pc:spChg chg="del mod ord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2" creationId="{E1E10412-FEAF-2783-BD99-BF99E94294E1}"/>
          </ac:spMkLst>
        </pc:spChg>
        <pc:spChg chg="del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3" creationId="{28A2B804-505B-9DEE-D805-66A2C9935BBB}"/>
          </ac:spMkLst>
        </pc:spChg>
        <pc:spChg chg="del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4" creationId="{89BF648E-A58E-622E-1CFA-30302C30DD07}"/>
          </ac:spMkLst>
        </pc:spChg>
        <pc:spChg chg="del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5" creationId="{7EE067C2-7A96-E9EC-9437-16F99C608A07}"/>
          </ac:spMkLst>
        </pc:spChg>
        <pc:spChg chg="add mod ord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6" creationId="{7E2071A8-E0E4-E1ED-A36E-4840230E65F2}"/>
          </ac:spMkLst>
        </pc:spChg>
        <pc:spChg chg="add mod ord">
          <ac:chgData name="Sam Khalil" userId="82cd1ec2-6208-465b-9d4d-40ce8f0cbf96" providerId="ADAL" clId="{EDFF173F-DF9C-D14E-964C-429E56C8376C}" dt="2025-08-18T19:48:45.682" v="11" actId="700"/>
          <ac:spMkLst>
            <pc:docMk/>
            <pc:sldMk cId="2606830780" sldId="258"/>
            <ac:spMk id="7" creationId="{72DE0D04-8524-055C-A75E-789F998977DA}"/>
          </ac:spMkLst>
        </pc:spChg>
      </pc:sldChg>
      <pc:sldMasterChg chg="modSldLayout">
        <pc:chgData name="Sam Khalil" userId="82cd1ec2-6208-465b-9d4d-40ce8f0cbf96" providerId="ADAL" clId="{EDFF173F-DF9C-D14E-964C-429E56C8376C}" dt="2025-08-18T20:03:08.967" v="34" actId="478"/>
        <pc:sldMasterMkLst>
          <pc:docMk/>
          <pc:sldMasterMk cId="2940896467" sldId="2147483648"/>
        </pc:sldMasterMkLst>
        <pc:sldLayoutChg chg="modSp mod">
          <pc:chgData name="Sam Khalil" userId="82cd1ec2-6208-465b-9d4d-40ce8f0cbf96" providerId="ADAL" clId="{EDFF173F-DF9C-D14E-964C-429E56C8376C}" dt="2025-08-13T18:27:27.059" v="1" actId="962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EDFF173F-DF9C-D14E-964C-429E56C8376C}" dt="2025-08-13T18:27:27.059" v="1" actId="962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EDFF173F-DF9C-D14E-964C-429E56C8376C}" dt="2025-08-11T07:57:31.112" v="0" actId="1076"/>
            <ac:spMkLst>
              <pc:docMk/>
              <pc:sldMasterMk cId="2940896467" sldId="2147483648"/>
              <pc:sldLayoutMk cId="3074954578" sldId="2147483650"/>
              <ac:spMk id="5" creationId="{4286C11B-CD57-AE94-2379-3F6FBE23504C}"/>
            </ac:spMkLst>
          </pc:spChg>
        </pc:sldLayoutChg>
        <pc:sldLayoutChg chg="modSp mod">
          <pc:chgData name="Sam Khalil" userId="82cd1ec2-6208-465b-9d4d-40ce8f0cbf96" providerId="ADAL" clId="{EDFF173F-DF9C-D14E-964C-429E56C8376C}" dt="2025-08-13T19:16:19.386" v="5"/>
          <pc:sldLayoutMkLst>
            <pc:docMk/>
            <pc:sldMasterMk cId="2940896467" sldId="2147483648"/>
            <pc:sldLayoutMk cId="3100185760" sldId="2147483667"/>
          </pc:sldLayoutMkLst>
          <pc:spChg chg="mod modVis">
            <ac:chgData name="Sam Khalil" userId="82cd1ec2-6208-465b-9d4d-40ce8f0cbf96" providerId="ADAL" clId="{EDFF173F-DF9C-D14E-964C-429E56C8376C}" dt="2025-08-13T19:16:19.386" v="5"/>
            <ac:spMkLst>
              <pc:docMk/>
              <pc:sldMasterMk cId="2940896467" sldId="2147483648"/>
              <pc:sldLayoutMk cId="3100185760" sldId="2147483667"/>
              <ac:spMk id="4" creationId="{F8567C99-F3EA-939B-081F-B8C4B329CCCE}"/>
            </ac:spMkLst>
          </pc:spChg>
        </pc:sldLayoutChg>
        <pc:sldLayoutChg chg="delSp modSp mod">
          <pc:chgData name="Sam Khalil" userId="82cd1ec2-6208-465b-9d4d-40ce8f0cbf96" providerId="ADAL" clId="{EDFF173F-DF9C-D14E-964C-429E56C8376C}" dt="2025-08-18T20:03:08.967" v="34" actId="478"/>
          <pc:sldLayoutMkLst>
            <pc:docMk/>
            <pc:sldMasterMk cId="2940896467" sldId="2147483648"/>
            <pc:sldLayoutMk cId="976521419" sldId="2147483671"/>
          </pc:sldLayoutMkLst>
          <pc:spChg chg="del">
            <ac:chgData name="Sam Khalil" userId="82cd1ec2-6208-465b-9d4d-40ce8f0cbf96" providerId="ADAL" clId="{EDFF173F-DF9C-D14E-964C-429E56C8376C}" dt="2025-08-18T20:03:08.967" v="34" actId="478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mod">
            <ac:chgData name="Sam Khalil" userId="82cd1ec2-6208-465b-9d4d-40ce8f0cbf96" providerId="ADAL" clId="{EDFF173F-DF9C-D14E-964C-429E56C8376C}" dt="2025-08-18T19:51:21.115" v="26" actId="207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mod">
            <ac:chgData name="Sam Khalil" userId="82cd1ec2-6208-465b-9d4d-40ce8f0cbf96" providerId="ADAL" clId="{EDFF173F-DF9C-D14E-964C-429E56C8376C}" dt="2025-08-18T19:52:00.502" v="33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8/18/25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8/18/25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567C99-F3EA-939B-081F-B8C4B329CCCE}"/>
              </a:ext>
            </a:extLst>
          </p:cNvPr>
          <p:cNvSpPr>
            <a:spLocks/>
          </p:cNvSpPr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517" y="2063717"/>
            <a:ext cx="10480965" cy="3776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 all in markdown format. It can also be a mix, with no more than 100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55C1BE-9560-A50A-74BD-E0FFF7F5B69F}"/>
              </a:ext>
            </a:extLst>
          </p:cNvPr>
          <p:cNvSpPr/>
          <p:nvPr userDrawn="1"/>
        </p:nvSpPr>
        <p:spPr>
          <a:xfrm>
            <a:off x="6187440" y="1855425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6C11B-CD57-AE94-2379-3F6FBE23504C}"/>
              </a:ext>
            </a:extLst>
          </p:cNvPr>
          <p:cNvSpPr/>
          <p:nvPr userDrawn="1"/>
        </p:nvSpPr>
        <p:spPr>
          <a:xfrm>
            <a:off x="421178" y="1855424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022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 in markdown format.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597315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 in markdown format.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47E235-B803-CB82-33BD-ED0DA2439F22}"/>
              </a:ext>
            </a:extLst>
          </p:cNvPr>
          <p:cNvSpPr/>
          <p:nvPr userDrawn="1"/>
        </p:nvSpPr>
        <p:spPr>
          <a:xfrm>
            <a:off x="380999" y="1855425"/>
            <a:ext cx="11429999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5695" y="2535572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Icon 1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72795" y="252847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9469" y="252847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 2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96570" y="251176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5695" y="3586330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3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2795" y="357922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69470" y="3569619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4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96570" y="356251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45695" y="461327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5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72795" y="460617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5 maximum 8 words in markdown format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69470" y="4596565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6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96570" y="4589464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6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16E7B1-923A-B9B7-53D4-CEA8E79FC61D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24716" y="2934190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51816" y="292708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12395" y="294863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39495" y="294153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24716" y="398494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51816" y="397784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12395" y="399939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9495" y="399229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E22977E-9585-6DDE-2FD8-59AEA03AE068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90600" y="2030660"/>
            <a:ext cx="10210800" cy="38428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617AC1D-26CB-713E-4508-B01954EF86DF}"/>
              </a:ext>
            </a:extLst>
          </p:cNvPr>
          <p:cNvSpPr/>
          <p:nvPr userDrawn="1"/>
        </p:nvSpPr>
        <p:spPr>
          <a:xfrm>
            <a:off x="381000" y="204537"/>
            <a:ext cx="11430000" cy="5844197"/>
          </a:xfrm>
          <a:prstGeom prst="roundRect">
            <a:avLst>
              <a:gd name="adj" fmla="val 4552"/>
            </a:avLst>
          </a:prstGeom>
          <a:solidFill>
            <a:schemeClr val="bg1">
              <a:alpha val="82425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2CC8E3F-B2A1-F8CA-0B79-3E642C812BBA}"/>
              </a:ext>
            </a:extLst>
          </p:cNvPr>
          <p:cNvSpPr/>
          <p:nvPr userDrawn="1"/>
        </p:nvSpPr>
        <p:spPr>
          <a:xfrm>
            <a:off x="7579551" y="1999874"/>
            <a:ext cx="3878224" cy="2385232"/>
          </a:xfrm>
          <a:prstGeom prst="roundRect">
            <a:avLst>
              <a:gd name="adj" fmla="val 4552"/>
            </a:avLst>
          </a:prstGeom>
          <a:solidFill>
            <a:schemeClr val="bg1">
              <a:alpha val="84116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624404" y="2083374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34130" y="3511219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4D1961F-E19F-CE3C-40E8-F910B0EE5077}"/>
              </a:ext>
            </a:extLst>
          </p:cNvPr>
          <p:cNvSpPr/>
          <p:nvPr userDrawn="1"/>
        </p:nvSpPr>
        <p:spPr>
          <a:xfrm>
            <a:off x="398954" y="1031459"/>
            <a:ext cx="11513737" cy="5017276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123295"/>
            <a:ext cx="11445516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en-US" sz="4800" b="1" dirty="0"/>
              <a:t>WHY EKONA</a:t>
            </a:r>
            <a:endParaRPr lang="en-US" sz="4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579004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579004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1192327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1192327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579003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1166408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127541" y="1306294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785709" y="1675625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151925" y="2874415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785709" y="3251134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1228383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9789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2831158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74373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74372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9357" y="1336117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2910" y="2922459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924131" y="4865550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069466" y="4999651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002297" y="4975612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879357" y="5623966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31512" y="5076813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35953" y="5667776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115653" y="4598939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425" y="4537682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837421" y="4638267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242364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8F5EE7-65DF-41C5-963C-25B6B377F939}">
  <ds:schemaRefs>
    <ds:schemaRef ds:uri="http://schemas.microsoft.com/office/2006/metadata/properties"/>
    <ds:schemaRef ds:uri="http://purl.org/dc/terms/"/>
    <ds:schemaRef ds:uri="http://schemas.microsoft.com/office/infopath/2007/PartnerControls"/>
    <ds:schemaRef ds:uri="http://purl.org/dc/dcmitype/"/>
    <ds:schemaRef ds:uri="http://purl.org/dc/elements/1.1/"/>
    <ds:schemaRef ds:uri="bdfda862-7558-4f4e-99f8-648970d7935e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2bdccfd7-ed75-47c4-ae3e-45ba8291135b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2025-08-18T20:03:19Z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