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handoutMasterIdLst>
    <p:handoutMasterId r:id="rId4"/>
  </p:handoutMasterIdLst>
  <p:sldIdLst>
    <p:sldId id="256" r:id="rId2"/>
    <p:sldId id="257" r:id="rId3"/>
  </p:sldIdLst>
  <p:sldSz cx="12192000" cy="6464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324B23-D564-134D-A47C-23255855FFB9}" v="23" dt="2025-08-13T18:19:57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46"/>
    <p:restoredTop sz="94742"/>
  </p:normalViewPr>
  <p:slideViewPr>
    <p:cSldViewPr snapToGrid="0">
      <p:cViewPr>
        <p:scale>
          <a:sx n="180" d="100"/>
          <a:sy n="180" d="100"/>
        </p:scale>
        <p:origin x="864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2" d="100"/>
          <a:sy n="132" d="100"/>
        </p:scale>
        <p:origin x="588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2.xml"/><Relationship Id="rId5" Type="http://schemas.openxmlformats.org/officeDocument/2006/relationships/presProps" Target="presProps.xml"/><Relationship Id="rId10" Type="http://schemas.openxmlformats.org/officeDocument/2006/relationships/customXml" Target="../customXml/item1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1BF1B57-D57F-42AA-0BCB-A15BD13318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A2A48-EE84-E86D-16F9-1A4DCA5164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FCB00-05F5-7646-BC5F-7ACFDEEC4F5E}" type="datetimeFigureOut">
              <a:rPr lang="en-US" smtClean="0"/>
              <a:t>8/13/25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138BD-138A-C6AE-A326-3A48D9055A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08C0FA-9A1E-14FF-0361-0BC00E18DA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294AE-046A-3D4E-8F6E-A9E65998D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34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D21AAC8-19DB-3316-4B21-A1B0282F59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9" y="7089"/>
            <a:ext cx="3041650" cy="52244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blue and white cover with a black and white triangle&#10;&#10;AI-generated content may be incorrect.">
            <a:extLst>
              <a:ext uri="{FF2B5EF4-FFF2-40B4-BE49-F238E27FC236}">
                <a16:creationId xmlns:a16="http://schemas.microsoft.com/office/drawing/2014/main" id="{6946BB1A-98D8-E187-4BB0-0EE691956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7089"/>
            <a:ext cx="12191999" cy="646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98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C8B5462-FB31-513A-8106-931D30C808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953" y="0"/>
            <a:ext cx="12203905" cy="646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6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89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</p:sldLayoutIdLst>
  <p:txStyles>
    <p:titleStyle>
      <a:lvl1pPr algn="l" defTabSz="861913" rtl="0" eaLnBrk="1" latinLnBrk="0" hangingPunct="1">
        <a:lnSpc>
          <a:spcPct val="90000"/>
        </a:lnSpc>
        <a:spcBef>
          <a:spcPct val="0"/>
        </a:spcBef>
        <a:buNone/>
        <a:defRPr sz="41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478" indent="-215478" algn="l" defTabSz="861913" rtl="0" eaLnBrk="1" latinLnBrk="0" hangingPunct="1">
        <a:lnSpc>
          <a:spcPct val="90000"/>
        </a:lnSpc>
        <a:spcBef>
          <a:spcPts val="943"/>
        </a:spcBef>
        <a:buFont typeface="Arial" panose="020B0604020202020204" pitchFamily="34" charset="0"/>
        <a:buChar char="•"/>
        <a:defRPr sz="2639" kern="1200">
          <a:solidFill>
            <a:schemeClr val="tx1"/>
          </a:solidFill>
          <a:latin typeface="+mn-lt"/>
          <a:ea typeface="+mn-ea"/>
          <a:cs typeface="+mn-cs"/>
        </a:defRPr>
      </a:lvl1pPr>
      <a:lvl2pPr marL="646435" indent="-215478" algn="l" defTabSz="861913" rtl="0" eaLnBrk="1" latinLnBrk="0" hangingPunct="1">
        <a:lnSpc>
          <a:spcPct val="90000"/>
        </a:lnSpc>
        <a:spcBef>
          <a:spcPts val="471"/>
        </a:spcBef>
        <a:buFont typeface="Arial" panose="020B0604020202020204" pitchFamily="34" charset="0"/>
        <a:buChar char="•"/>
        <a:defRPr sz="2262" kern="1200">
          <a:solidFill>
            <a:schemeClr val="tx1"/>
          </a:solidFill>
          <a:latin typeface="+mn-lt"/>
          <a:ea typeface="+mn-ea"/>
          <a:cs typeface="+mn-cs"/>
        </a:defRPr>
      </a:lvl2pPr>
      <a:lvl3pPr marL="1077392" indent="-215478" algn="l" defTabSz="861913" rtl="0" eaLnBrk="1" latinLnBrk="0" hangingPunct="1">
        <a:lnSpc>
          <a:spcPct val="90000"/>
        </a:lnSpc>
        <a:spcBef>
          <a:spcPts val="471"/>
        </a:spcBef>
        <a:buFont typeface="Arial" panose="020B0604020202020204" pitchFamily="34" charset="0"/>
        <a:buChar char="•"/>
        <a:defRPr sz="1885" kern="1200">
          <a:solidFill>
            <a:schemeClr val="tx1"/>
          </a:solidFill>
          <a:latin typeface="+mn-lt"/>
          <a:ea typeface="+mn-ea"/>
          <a:cs typeface="+mn-cs"/>
        </a:defRPr>
      </a:lvl3pPr>
      <a:lvl4pPr marL="1508349" indent="-215478" algn="l" defTabSz="861913" rtl="0" eaLnBrk="1" latinLnBrk="0" hangingPunct="1">
        <a:lnSpc>
          <a:spcPct val="90000"/>
        </a:lnSpc>
        <a:spcBef>
          <a:spcPts val="471"/>
        </a:spcBef>
        <a:buFont typeface="Arial" panose="020B0604020202020204" pitchFamily="34" charset="0"/>
        <a:buChar char="•"/>
        <a:defRPr sz="1697" kern="1200">
          <a:solidFill>
            <a:schemeClr val="tx1"/>
          </a:solidFill>
          <a:latin typeface="+mn-lt"/>
          <a:ea typeface="+mn-ea"/>
          <a:cs typeface="+mn-cs"/>
        </a:defRPr>
      </a:lvl4pPr>
      <a:lvl5pPr marL="1939305" indent="-215478" algn="l" defTabSz="861913" rtl="0" eaLnBrk="1" latinLnBrk="0" hangingPunct="1">
        <a:lnSpc>
          <a:spcPct val="90000"/>
        </a:lnSpc>
        <a:spcBef>
          <a:spcPts val="471"/>
        </a:spcBef>
        <a:buFont typeface="Arial" panose="020B0604020202020204" pitchFamily="34" charset="0"/>
        <a:buChar char="•"/>
        <a:defRPr sz="1697" kern="1200">
          <a:solidFill>
            <a:schemeClr val="tx1"/>
          </a:solidFill>
          <a:latin typeface="+mn-lt"/>
          <a:ea typeface="+mn-ea"/>
          <a:cs typeface="+mn-cs"/>
        </a:defRPr>
      </a:lvl5pPr>
      <a:lvl6pPr marL="2370262" indent="-215478" algn="l" defTabSz="861913" rtl="0" eaLnBrk="1" latinLnBrk="0" hangingPunct="1">
        <a:lnSpc>
          <a:spcPct val="90000"/>
        </a:lnSpc>
        <a:spcBef>
          <a:spcPts val="471"/>
        </a:spcBef>
        <a:buFont typeface="Arial" panose="020B0604020202020204" pitchFamily="34" charset="0"/>
        <a:buChar char="•"/>
        <a:defRPr sz="1697" kern="1200">
          <a:solidFill>
            <a:schemeClr val="tx1"/>
          </a:solidFill>
          <a:latin typeface="+mn-lt"/>
          <a:ea typeface="+mn-ea"/>
          <a:cs typeface="+mn-cs"/>
        </a:defRPr>
      </a:lvl6pPr>
      <a:lvl7pPr marL="2801219" indent="-215478" algn="l" defTabSz="861913" rtl="0" eaLnBrk="1" latinLnBrk="0" hangingPunct="1">
        <a:lnSpc>
          <a:spcPct val="90000"/>
        </a:lnSpc>
        <a:spcBef>
          <a:spcPts val="471"/>
        </a:spcBef>
        <a:buFont typeface="Arial" panose="020B0604020202020204" pitchFamily="34" charset="0"/>
        <a:buChar char="•"/>
        <a:defRPr sz="1697" kern="1200">
          <a:solidFill>
            <a:schemeClr val="tx1"/>
          </a:solidFill>
          <a:latin typeface="+mn-lt"/>
          <a:ea typeface="+mn-ea"/>
          <a:cs typeface="+mn-cs"/>
        </a:defRPr>
      </a:lvl7pPr>
      <a:lvl8pPr marL="3232175" indent="-215478" algn="l" defTabSz="861913" rtl="0" eaLnBrk="1" latinLnBrk="0" hangingPunct="1">
        <a:lnSpc>
          <a:spcPct val="90000"/>
        </a:lnSpc>
        <a:spcBef>
          <a:spcPts val="471"/>
        </a:spcBef>
        <a:buFont typeface="Arial" panose="020B0604020202020204" pitchFamily="34" charset="0"/>
        <a:buChar char="•"/>
        <a:defRPr sz="1697" kern="1200">
          <a:solidFill>
            <a:schemeClr val="tx1"/>
          </a:solidFill>
          <a:latin typeface="+mn-lt"/>
          <a:ea typeface="+mn-ea"/>
          <a:cs typeface="+mn-cs"/>
        </a:defRPr>
      </a:lvl8pPr>
      <a:lvl9pPr marL="3663132" indent="-215478" algn="l" defTabSz="861913" rtl="0" eaLnBrk="1" latinLnBrk="0" hangingPunct="1">
        <a:lnSpc>
          <a:spcPct val="90000"/>
        </a:lnSpc>
        <a:spcBef>
          <a:spcPts val="471"/>
        </a:spcBef>
        <a:buFont typeface="Arial" panose="020B0604020202020204" pitchFamily="34" charset="0"/>
        <a:buChar char="•"/>
        <a:defRPr sz="16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1913" rtl="0" eaLnBrk="1" latinLnBrk="0" hangingPunct="1">
        <a:defRPr sz="1697" kern="1200">
          <a:solidFill>
            <a:schemeClr val="tx1"/>
          </a:solidFill>
          <a:latin typeface="+mn-lt"/>
          <a:ea typeface="+mn-ea"/>
          <a:cs typeface="+mn-cs"/>
        </a:defRPr>
      </a:lvl1pPr>
      <a:lvl2pPr marL="430957" algn="l" defTabSz="861913" rtl="0" eaLnBrk="1" latinLnBrk="0" hangingPunct="1">
        <a:defRPr sz="1697" kern="1200">
          <a:solidFill>
            <a:schemeClr val="tx1"/>
          </a:solidFill>
          <a:latin typeface="+mn-lt"/>
          <a:ea typeface="+mn-ea"/>
          <a:cs typeface="+mn-cs"/>
        </a:defRPr>
      </a:lvl2pPr>
      <a:lvl3pPr marL="861913" algn="l" defTabSz="861913" rtl="0" eaLnBrk="1" latinLnBrk="0" hangingPunct="1">
        <a:defRPr sz="1697" kern="1200">
          <a:solidFill>
            <a:schemeClr val="tx1"/>
          </a:solidFill>
          <a:latin typeface="+mn-lt"/>
          <a:ea typeface="+mn-ea"/>
          <a:cs typeface="+mn-cs"/>
        </a:defRPr>
      </a:lvl3pPr>
      <a:lvl4pPr marL="1292870" algn="l" defTabSz="861913" rtl="0" eaLnBrk="1" latinLnBrk="0" hangingPunct="1">
        <a:defRPr sz="1697" kern="1200">
          <a:solidFill>
            <a:schemeClr val="tx1"/>
          </a:solidFill>
          <a:latin typeface="+mn-lt"/>
          <a:ea typeface="+mn-ea"/>
          <a:cs typeface="+mn-cs"/>
        </a:defRPr>
      </a:lvl4pPr>
      <a:lvl5pPr marL="1723827" algn="l" defTabSz="861913" rtl="0" eaLnBrk="1" latinLnBrk="0" hangingPunct="1">
        <a:defRPr sz="1697" kern="1200">
          <a:solidFill>
            <a:schemeClr val="tx1"/>
          </a:solidFill>
          <a:latin typeface="+mn-lt"/>
          <a:ea typeface="+mn-ea"/>
          <a:cs typeface="+mn-cs"/>
        </a:defRPr>
      </a:lvl5pPr>
      <a:lvl6pPr marL="2154784" algn="l" defTabSz="861913" rtl="0" eaLnBrk="1" latinLnBrk="0" hangingPunct="1">
        <a:defRPr sz="1697" kern="1200">
          <a:solidFill>
            <a:schemeClr val="tx1"/>
          </a:solidFill>
          <a:latin typeface="+mn-lt"/>
          <a:ea typeface="+mn-ea"/>
          <a:cs typeface="+mn-cs"/>
        </a:defRPr>
      </a:lvl6pPr>
      <a:lvl7pPr marL="2585740" algn="l" defTabSz="861913" rtl="0" eaLnBrk="1" latinLnBrk="0" hangingPunct="1">
        <a:defRPr sz="1697" kern="1200">
          <a:solidFill>
            <a:schemeClr val="tx1"/>
          </a:solidFill>
          <a:latin typeface="+mn-lt"/>
          <a:ea typeface="+mn-ea"/>
          <a:cs typeface="+mn-cs"/>
        </a:defRPr>
      </a:lvl7pPr>
      <a:lvl8pPr marL="3016697" algn="l" defTabSz="861913" rtl="0" eaLnBrk="1" latinLnBrk="0" hangingPunct="1">
        <a:defRPr sz="1697" kern="1200">
          <a:solidFill>
            <a:schemeClr val="tx1"/>
          </a:solidFill>
          <a:latin typeface="+mn-lt"/>
          <a:ea typeface="+mn-ea"/>
          <a:cs typeface="+mn-cs"/>
        </a:defRPr>
      </a:lvl8pPr>
      <a:lvl9pPr marL="3447654" algn="l" defTabSz="861913" rtl="0" eaLnBrk="1" latinLnBrk="0" hangingPunct="1">
        <a:defRPr sz="16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595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135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55CCFAD34A484FAC43376D580F7497" ma:contentTypeVersion="13" ma:contentTypeDescription="Create a new document." ma:contentTypeScope="" ma:versionID="20fcfebd8cb07aba400aa359cb6a137d">
  <xsd:schema xmlns:xsd="http://www.w3.org/2001/XMLSchema" xmlns:xs="http://www.w3.org/2001/XMLSchema" xmlns:p="http://schemas.microsoft.com/office/2006/metadata/properties" xmlns:ns2="bdfda862-7558-4f4e-99f8-648970d7935e" xmlns:ns3="2bdccfd7-ed75-47c4-ae3e-45ba8291135b" targetNamespace="http://schemas.microsoft.com/office/2006/metadata/properties" ma:root="true" ma:fieldsID="e7232410060904e04ccc6d86ba125b69" ns2:_="" ns3:_="">
    <xsd:import namespace="bdfda862-7558-4f4e-99f8-648970d7935e"/>
    <xsd:import namespace="2bdccfd7-ed75-47c4-ae3e-45ba829113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fda862-7558-4f4e-99f8-648970d79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172f08a-6d1d-4090-b6e7-443b1fdb30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ccfd7-ed75-47c4-ae3e-45ba8291135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b3827de-d5af-4de8-9be1-31d341ffe7dd}" ma:internalName="TaxCatchAll" ma:showField="CatchAllData" ma:web="2bdccfd7-ed75-47c4-ae3e-45ba829113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bdccfd7-ed75-47c4-ae3e-45ba8291135b" xsi:nil="true"/>
    <lcf76f155ced4ddcb4097134ff3c332f xmlns="bdfda862-7558-4f4e-99f8-648970d7935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895D18A-DBFB-4EAC-9CA1-6946668326D5}"/>
</file>

<file path=customXml/itemProps2.xml><?xml version="1.0" encoding="utf-8"?>
<ds:datastoreItem xmlns:ds="http://schemas.openxmlformats.org/officeDocument/2006/customXml" ds:itemID="{6686DD1E-6FD9-4DFC-898E-1878C3309DB7}"/>
</file>

<file path=customXml/itemProps3.xml><?xml version="1.0" encoding="utf-8"?>
<ds:datastoreItem xmlns:ds="http://schemas.openxmlformats.org/officeDocument/2006/customXml" ds:itemID="{BF2827C7-642F-488D-B1C4-B69414A22234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</TotalTime>
  <Words>0</Words>
  <Application>Microsoft Macintosh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Khalil</dc:creator>
  <cp:lastModifiedBy>Sam Khalil</cp:lastModifiedBy>
  <cp:revision>1</cp:revision>
  <dcterms:created xsi:type="dcterms:W3CDTF">2025-08-13T15:41:52Z</dcterms:created>
  <dcterms:modified xsi:type="dcterms:W3CDTF">2025-08-13T19:05:30Z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0x0101009D55CCFAD34A484FAC43376D580F7497</vt:lpwstr>
  </property>
</Properties>
</file>