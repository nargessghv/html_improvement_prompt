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6" r:id="rId4"/>
  </p:sldMasterIdLst>
  <p:sldSz cx="12192000" cy="64643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408838F-B7D8-9C4B-BB2C-90501A19BDA5}" v="133" dt="2025-08-18T23:18:26.0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5256"/>
    <p:restoredTop sz="94737"/>
  </p:normalViewPr>
  <p:slideViewPr>
    <p:cSldViewPr snapToGrid="0">
      <p:cViewPr varScale="1">
        <p:scale>
          <a:sx n="204" d="100"/>
          <a:sy n="204" d="100"/>
        </p:scale>
        <p:origin x="3008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 Khalil" userId="82cd1ec2-6208-465b-9d4d-40ce8f0cbf96" providerId="ADAL" clId="{A408838F-B7D8-9C4B-BB2C-90501A19BDA5}"/>
    <pc:docChg chg="undo custSel addSld delSld modSld addMainMaster delMainMaster modMainMaster">
      <pc:chgData name="Sam Khalil" userId="82cd1ec2-6208-465b-9d4d-40ce8f0cbf96" providerId="ADAL" clId="{A408838F-B7D8-9C4B-BB2C-90501A19BDA5}" dt="2025-08-18T23:18:26.082" v="717" actId="12"/>
      <pc:docMkLst>
        <pc:docMk/>
      </pc:docMkLst>
      <pc:sldChg chg="addSp delSp modSp new del mod chgLayout">
        <pc:chgData name="Sam Khalil" userId="82cd1ec2-6208-465b-9d4d-40ce8f0cbf96" providerId="ADAL" clId="{A408838F-B7D8-9C4B-BB2C-90501A19BDA5}" dt="2025-08-18T20:00:04.041" v="377" actId="2696"/>
        <pc:sldMkLst>
          <pc:docMk/>
          <pc:sldMk cId="526023875" sldId="256"/>
        </pc:sldMkLst>
        <pc:spChg chg="del">
          <ac:chgData name="Sam Khalil" userId="82cd1ec2-6208-465b-9d4d-40ce8f0cbf96" providerId="ADAL" clId="{A408838F-B7D8-9C4B-BB2C-90501A19BDA5}" dt="2025-08-18T19:59:52.045" v="362" actId="6264"/>
          <ac:spMkLst>
            <pc:docMk/>
            <pc:sldMk cId="526023875" sldId="256"/>
            <ac:spMk id="2" creationId="{4DA3C7B9-9BF3-4E4C-60F5-B9CB07DD863F}"/>
          </ac:spMkLst>
        </pc:spChg>
        <pc:spChg chg="del">
          <ac:chgData name="Sam Khalil" userId="82cd1ec2-6208-465b-9d4d-40ce8f0cbf96" providerId="ADAL" clId="{A408838F-B7D8-9C4B-BB2C-90501A19BDA5}" dt="2025-08-18T19:59:52.045" v="362" actId="6264"/>
          <ac:spMkLst>
            <pc:docMk/>
            <pc:sldMk cId="526023875" sldId="256"/>
            <ac:spMk id="3" creationId="{AD61BB04-6D0A-6850-B3B1-4C5C1F2ACC76}"/>
          </ac:spMkLst>
        </pc:spChg>
        <pc:spChg chg="del">
          <ac:chgData name="Sam Khalil" userId="82cd1ec2-6208-465b-9d4d-40ce8f0cbf96" providerId="ADAL" clId="{A408838F-B7D8-9C4B-BB2C-90501A19BDA5}" dt="2025-08-18T19:59:52.045" v="362" actId="6264"/>
          <ac:spMkLst>
            <pc:docMk/>
            <pc:sldMk cId="526023875" sldId="256"/>
            <ac:spMk id="6" creationId="{18B7DE6D-3D41-556B-0F46-E418C1FD571C}"/>
          </ac:spMkLst>
        </pc:spChg>
        <pc:spChg chg="del">
          <ac:chgData name="Sam Khalil" userId="82cd1ec2-6208-465b-9d4d-40ce8f0cbf96" providerId="ADAL" clId="{A408838F-B7D8-9C4B-BB2C-90501A19BDA5}" dt="2025-08-18T19:59:52.045" v="362" actId="6264"/>
          <ac:spMkLst>
            <pc:docMk/>
            <pc:sldMk cId="526023875" sldId="256"/>
            <ac:spMk id="7" creationId="{9B6EBB36-4420-F58C-29FD-6D577CFD648B}"/>
          </ac:spMkLst>
        </pc:spChg>
        <pc:spChg chg="del">
          <ac:chgData name="Sam Khalil" userId="82cd1ec2-6208-465b-9d4d-40ce8f0cbf96" providerId="ADAL" clId="{A408838F-B7D8-9C4B-BB2C-90501A19BDA5}" dt="2025-08-18T19:59:52.045" v="362" actId="6264"/>
          <ac:spMkLst>
            <pc:docMk/>
            <pc:sldMk cId="526023875" sldId="256"/>
            <ac:spMk id="8" creationId="{B4F1D589-FB99-BF6C-7271-1B0EB9EE327F}"/>
          </ac:spMkLst>
        </pc:spChg>
        <pc:spChg chg="del">
          <ac:chgData name="Sam Khalil" userId="82cd1ec2-6208-465b-9d4d-40ce8f0cbf96" providerId="ADAL" clId="{A408838F-B7D8-9C4B-BB2C-90501A19BDA5}" dt="2025-08-18T19:59:52.045" v="362" actId="6264"/>
          <ac:spMkLst>
            <pc:docMk/>
            <pc:sldMk cId="526023875" sldId="256"/>
            <ac:spMk id="10" creationId="{9712B873-B343-5FC0-9F62-D30E8B5DCA4B}"/>
          </ac:spMkLst>
        </pc:spChg>
        <pc:spChg chg="mod ord">
          <ac:chgData name="Sam Khalil" userId="82cd1ec2-6208-465b-9d4d-40ce8f0cbf96" providerId="ADAL" clId="{A408838F-B7D8-9C4B-BB2C-90501A19BDA5}" dt="2025-08-18T19:59:57.005" v="375" actId="20577"/>
          <ac:spMkLst>
            <pc:docMk/>
            <pc:sldMk cId="526023875" sldId="256"/>
            <ac:spMk id="11" creationId="{4B110F1B-917D-9128-7A37-2793EC046918}"/>
          </ac:spMkLst>
        </pc:spChg>
        <pc:spChg chg="add mod ord">
          <ac:chgData name="Sam Khalil" userId="82cd1ec2-6208-465b-9d4d-40ce8f0cbf96" providerId="ADAL" clId="{A408838F-B7D8-9C4B-BB2C-90501A19BDA5}" dt="2025-08-18T19:59:52.045" v="362" actId="6264"/>
          <ac:spMkLst>
            <pc:docMk/>
            <pc:sldMk cId="526023875" sldId="256"/>
            <ac:spMk id="14" creationId="{9F539DFD-A5B0-1896-B11C-DA855CA69B8D}"/>
          </ac:spMkLst>
        </pc:spChg>
        <pc:spChg chg="add mod ord">
          <ac:chgData name="Sam Khalil" userId="82cd1ec2-6208-465b-9d4d-40ce8f0cbf96" providerId="ADAL" clId="{A408838F-B7D8-9C4B-BB2C-90501A19BDA5}" dt="2025-08-18T19:59:52.045" v="362" actId="6264"/>
          <ac:spMkLst>
            <pc:docMk/>
            <pc:sldMk cId="526023875" sldId="256"/>
            <ac:spMk id="18" creationId="{013AF424-0594-BD94-CDC8-17D614B50197}"/>
          </ac:spMkLst>
        </pc:spChg>
        <pc:spChg chg="add mod ord">
          <ac:chgData name="Sam Khalil" userId="82cd1ec2-6208-465b-9d4d-40ce8f0cbf96" providerId="ADAL" clId="{A408838F-B7D8-9C4B-BB2C-90501A19BDA5}" dt="2025-08-18T19:59:58.340" v="376" actId="20577"/>
          <ac:spMkLst>
            <pc:docMk/>
            <pc:sldMk cId="526023875" sldId="256"/>
            <ac:spMk id="21" creationId="{7E723B38-BB9C-86D5-200A-F10A430C76C6}"/>
          </ac:spMkLst>
        </pc:spChg>
      </pc:sldChg>
      <pc:sldChg chg="modSp new del mod">
        <pc:chgData name="Sam Khalil" userId="82cd1ec2-6208-465b-9d4d-40ce8f0cbf96" providerId="ADAL" clId="{A408838F-B7D8-9C4B-BB2C-90501A19BDA5}" dt="2025-08-18T19:56:33.292" v="249" actId="2696"/>
        <pc:sldMkLst>
          <pc:docMk/>
          <pc:sldMk cId="552043134" sldId="256"/>
        </pc:sldMkLst>
        <pc:spChg chg="mod">
          <ac:chgData name="Sam Khalil" userId="82cd1ec2-6208-465b-9d4d-40ce8f0cbf96" providerId="ADAL" clId="{A408838F-B7D8-9C4B-BB2C-90501A19BDA5}" dt="2025-08-18T19:56:31.280" v="248" actId="20577"/>
          <ac:spMkLst>
            <pc:docMk/>
            <pc:sldMk cId="552043134" sldId="256"/>
            <ac:spMk id="5" creationId="{D946DF9B-36FC-86EC-AA96-DCE9E2E74605}"/>
          </ac:spMkLst>
        </pc:spChg>
      </pc:sldChg>
      <pc:sldChg chg="modSp new del mod">
        <pc:chgData name="Sam Khalil" userId="82cd1ec2-6208-465b-9d4d-40ce8f0cbf96" providerId="ADAL" clId="{A408838F-B7D8-9C4B-BB2C-90501A19BDA5}" dt="2025-08-18T20:00:36.370" v="409" actId="2696"/>
        <pc:sldMkLst>
          <pc:docMk/>
          <pc:sldMk cId="603783165" sldId="256"/>
        </pc:sldMkLst>
        <pc:spChg chg="mod">
          <ac:chgData name="Sam Khalil" userId="82cd1ec2-6208-465b-9d4d-40ce8f0cbf96" providerId="ADAL" clId="{A408838F-B7D8-9C4B-BB2C-90501A19BDA5}" dt="2025-08-18T20:00:34.407" v="408" actId="20577"/>
          <ac:spMkLst>
            <pc:docMk/>
            <pc:sldMk cId="603783165" sldId="256"/>
            <ac:spMk id="8" creationId="{5EC34B90-A6AE-D3B5-CE3D-CB2867655D57}"/>
          </ac:spMkLst>
        </pc:spChg>
        <pc:spChg chg="mod">
          <ac:chgData name="Sam Khalil" userId="82cd1ec2-6208-465b-9d4d-40ce8f0cbf96" providerId="ADAL" clId="{A408838F-B7D8-9C4B-BB2C-90501A19BDA5}" dt="2025-08-18T20:00:32.320" v="407" actId="20577"/>
          <ac:spMkLst>
            <pc:docMk/>
            <pc:sldMk cId="603783165" sldId="256"/>
            <ac:spMk id="9" creationId="{21BB6B3B-67A7-3EAA-9B8A-29C48D4DA6EB}"/>
          </ac:spMkLst>
        </pc:spChg>
      </pc:sldChg>
      <pc:sldChg chg="modSp new del mod">
        <pc:chgData name="Sam Khalil" userId="82cd1ec2-6208-465b-9d4d-40ce8f0cbf96" providerId="ADAL" clId="{A408838F-B7D8-9C4B-BB2C-90501A19BDA5}" dt="2025-08-18T19:56:11.650" v="238" actId="680"/>
        <pc:sldMkLst>
          <pc:docMk/>
          <pc:sldMk cId="997655099" sldId="256"/>
        </pc:sldMkLst>
        <pc:spChg chg="mod">
          <ac:chgData name="Sam Khalil" userId="82cd1ec2-6208-465b-9d4d-40ce8f0cbf96" providerId="ADAL" clId="{A408838F-B7D8-9C4B-BB2C-90501A19BDA5}" dt="2025-08-18T19:56:10.264" v="236" actId="20577"/>
          <ac:spMkLst>
            <pc:docMk/>
            <pc:sldMk cId="997655099" sldId="256"/>
            <ac:spMk id="11" creationId="{3335EBE5-DD2F-D48F-29D4-7B211B18C295}"/>
          </ac:spMkLst>
        </pc:spChg>
        <pc:spChg chg="mod">
          <ac:chgData name="Sam Khalil" userId="82cd1ec2-6208-465b-9d4d-40ce8f0cbf96" providerId="ADAL" clId="{A408838F-B7D8-9C4B-BB2C-90501A19BDA5}" dt="2025-08-18T19:56:10.703" v="237" actId="20577"/>
          <ac:spMkLst>
            <pc:docMk/>
            <pc:sldMk cId="997655099" sldId="256"/>
            <ac:spMk id="12" creationId="{DDD6F981-C8DE-3DD0-BCAD-EF9BBAA79A90}"/>
          </ac:spMkLst>
        </pc:spChg>
      </pc:sldChg>
      <pc:sldChg chg="new del">
        <pc:chgData name="Sam Khalil" userId="82cd1ec2-6208-465b-9d4d-40ce8f0cbf96" providerId="ADAL" clId="{A408838F-B7D8-9C4B-BB2C-90501A19BDA5}" dt="2025-08-18T18:16:03.466" v="78" actId="680"/>
        <pc:sldMkLst>
          <pc:docMk/>
          <pc:sldMk cId="2141375560" sldId="256"/>
        </pc:sldMkLst>
      </pc:sldChg>
      <pc:sldChg chg="new del">
        <pc:chgData name="Sam Khalil" userId="82cd1ec2-6208-465b-9d4d-40ce8f0cbf96" providerId="ADAL" clId="{A408838F-B7D8-9C4B-BB2C-90501A19BDA5}" dt="2025-08-18T19:55:23.058" v="212" actId="2696"/>
        <pc:sldMkLst>
          <pc:docMk/>
          <pc:sldMk cId="2209653406" sldId="256"/>
        </pc:sldMkLst>
      </pc:sldChg>
      <pc:sldChg chg="modSp new del mod">
        <pc:chgData name="Sam Khalil" userId="82cd1ec2-6208-465b-9d4d-40ce8f0cbf96" providerId="ADAL" clId="{A408838F-B7D8-9C4B-BB2C-90501A19BDA5}" dt="2025-08-18T21:44:45.973" v="528" actId="680"/>
        <pc:sldMkLst>
          <pc:docMk/>
          <pc:sldMk cId="3252099291" sldId="256"/>
        </pc:sldMkLst>
        <pc:spChg chg="mod">
          <ac:chgData name="Sam Khalil" userId="82cd1ec2-6208-465b-9d4d-40ce8f0cbf96" providerId="ADAL" clId="{A408838F-B7D8-9C4B-BB2C-90501A19BDA5}" dt="2025-08-18T21:44:45.152" v="527" actId="20577"/>
          <ac:spMkLst>
            <pc:docMk/>
            <pc:sldMk cId="3252099291" sldId="256"/>
            <ac:spMk id="10" creationId="{FBCB1FB3-25F7-CD89-D5EF-F9BE498ED61F}"/>
          </ac:spMkLst>
        </pc:spChg>
      </pc:sldChg>
      <pc:sldChg chg="add del">
        <pc:chgData name="Sam Khalil" userId="82cd1ec2-6208-465b-9d4d-40ce8f0cbf96" providerId="ADAL" clId="{A408838F-B7D8-9C4B-BB2C-90501A19BDA5}" dt="2025-08-18T18:15:16.799" v="72" actId="2696"/>
        <pc:sldMkLst>
          <pc:docMk/>
          <pc:sldMk cId="3586420577" sldId="256"/>
        </pc:sldMkLst>
      </pc:sldChg>
      <pc:sldChg chg="new del">
        <pc:chgData name="Sam Khalil" userId="82cd1ec2-6208-465b-9d4d-40ce8f0cbf96" providerId="ADAL" clId="{A408838F-B7D8-9C4B-BB2C-90501A19BDA5}" dt="2025-08-18T19:55:56.630" v="223" actId="2696"/>
        <pc:sldMkLst>
          <pc:docMk/>
          <pc:sldMk cId="3978809897" sldId="257"/>
        </pc:sldMkLst>
      </pc:sldChg>
      <pc:sldChg chg="addSp delSp modSp new add del mod chgLayout">
        <pc:chgData name="Sam Khalil" userId="82cd1ec2-6208-465b-9d4d-40ce8f0cbf96" providerId="ADAL" clId="{A408838F-B7D8-9C4B-BB2C-90501A19BDA5}" dt="2025-08-18T19:52:41.100" v="112" actId="2696"/>
        <pc:sldMkLst>
          <pc:docMk/>
          <pc:sldMk cId="4223836844" sldId="257"/>
        </pc:sldMkLst>
        <pc:spChg chg="del">
          <ac:chgData name="Sam Khalil" userId="82cd1ec2-6208-465b-9d4d-40ce8f0cbf96" providerId="ADAL" clId="{A408838F-B7D8-9C4B-BB2C-90501A19BDA5}" dt="2025-08-18T18:16:40.228" v="86" actId="700"/>
          <ac:spMkLst>
            <pc:docMk/>
            <pc:sldMk cId="4223836844" sldId="257"/>
            <ac:spMk id="2" creationId="{72668BC2-FA3C-B635-1A7B-F82D15C19FF8}"/>
          </ac:spMkLst>
        </pc:spChg>
        <pc:spChg chg="del">
          <ac:chgData name="Sam Khalil" userId="82cd1ec2-6208-465b-9d4d-40ce8f0cbf96" providerId="ADAL" clId="{A408838F-B7D8-9C4B-BB2C-90501A19BDA5}" dt="2025-08-18T18:16:40.228" v="86" actId="700"/>
          <ac:spMkLst>
            <pc:docMk/>
            <pc:sldMk cId="4223836844" sldId="257"/>
            <ac:spMk id="3" creationId="{2D93487E-30F1-1400-E87D-1A078F131A58}"/>
          </ac:spMkLst>
        </pc:spChg>
        <pc:spChg chg="del">
          <ac:chgData name="Sam Khalil" userId="82cd1ec2-6208-465b-9d4d-40ce8f0cbf96" providerId="ADAL" clId="{A408838F-B7D8-9C4B-BB2C-90501A19BDA5}" dt="2025-08-18T18:16:40.228" v="86" actId="700"/>
          <ac:spMkLst>
            <pc:docMk/>
            <pc:sldMk cId="4223836844" sldId="257"/>
            <ac:spMk id="4" creationId="{C15DD245-6704-3025-847C-1B3C733FD38A}"/>
          </ac:spMkLst>
        </pc:spChg>
        <pc:spChg chg="del">
          <ac:chgData name="Sam Khalil" userId="82cd1ec2-6208-465b-9d4d-40ce8f0cbf96" providerId="ADAL" clId="{A408838F-B7D8-9C4B-BB2C-90501A19BDA5}" dt="2025-08-18T18:16:40.228" v="86" actId="700"/>
          <ac:spMkLst>
            <pc:docMk/>
            <pc:sldMk cId="4223836844" sldId="257"/>
            <ac:spMk id="7" creationId="{E62331B8-11EA-BA7D-2903-D5590E1CCDC8}"/>
          </ac:spMkLst>
        </pc:spChg>
        <pc:spChg chg="del">
          <ac:chgData name="Sam Khalil" userId="82cd1ec2-6208-465b-9d4d-40ce8f0cbf96" providerId="ADAL" clId="{A408838F-B7D8-9C4B-BB2C-90501A19BDA5}" dt="2025-08-18T18:16:40.228" v="86" actId="700"/>
          <ac:spMkLst>
            <pc:docMk/>
            <pc:sldMk cId="4223836844" sldId="257"/>
            <ac:spMk id="8" creationId="{F48B0886-8A6B-5219-4043-969BE112B259}"/>
          </ac:spMkLst>
        </pc:spChg>
        <pc:spChg chg="del">
          <ac:chgData name="Sam Khalil" userId="82cd1ec2-6208-465b-9d4d-40ce8f0cbf96" providerId="ADAL" clId="{A408838F-B7D8-9C4B-BB2C-90501A19BDA5}" dt="2025-08-18T18:16:40.228" v="86" actId="700"/>
          <ac:spMkLst>
            <pc:docMk/>
            <pc:sldMk cId="4223836844" sldId="257"/>
            <ac:spMk id="11" creationId="{7E539AAC-B6E6-53BD-C9D7-907B6E27FE23}"/>
          </ac:spMkLst>
        </pc:spChg>
        <pc:spChg chg="del">
          <ac:chgData name="Sam Khalil" userId="82cd1ec2-6208-465b-9d4d-40ce8f0cbf96" providerId="ADAL" clId="{A408838F-B7D8-9C4B-BB2C-90501A19BDA5}" dt="2025-08-18T18:16:42.018" v="87" actId="6264"/>
          <ac:spMkLst>
            <pc:docMk/>
            <pc:sldMk cId="4223836844" sldId="257"/>
            <ac:spMk id="13" creationId="{052CCA29-D6AA-42E5-8B1C-0515D1E0FC25}"/>
          </ac:spMkLst>
        </pc:spChg>
        <pc:spChg chg="add del mod ord">
          <ac:chgData name="Sam Khalil" userId="82cd1ec2-6208-465b-9d4d-40ce8f0cbf96" providerId="ADAL" clId="{A408838F-B7D8-9C4B-BB2C-90501A19BDA5}" dt="2025-08-18T18:16:42.018" v="87" actId="6264"/>
          <ac:spMkLst>
            <pc:docMk/>
            <pc:sldMk cId="4223836844" sldId="257"/>
            <ac:spMk id="15" creationId="{17FAFF9F-C687-9833-4289-A45031A8B82B}"/>
          </ac:spMkLst>
        </pc:spChg>
        <pc:spChg chg="add del mod ord">
          <ac:chgData name="Sam Khalil" userId="82cd1ec2-6208-465b-9d4d-40ce8f0cbf96" providerId="ADAL" clId="{A408838F-B7D8-9C4B-BB2C-90501A19BDA5}" dt="2025-08-18T18:16:42.018" v="87" actId="6264"/>
          <ac:spMkLst>
            <pc:docMk/>
            <pc:sldMk cId="4223836844" sldId="257"/>
            <ac:spMk id="16" creationId="{0B6B6903-8787-6A8F-379E-129836E208EA}"/>
          </ac:spMkLst>
        </pc:spChg>
        <pc:spChg chg="del">
          <ac:chgData name="Sam Khalil" userId="82cd1ec2-6208-465b-9d4d-40ce8f0cbf96" providerId="ADAL" clId="{A408838F-B7D8-9C4B-BB2C-90501A19BDA5}" dt="2025-08-18T18:16:42.018" v="87" actId="6264"/>
          <ac:spMkLst>
            <pc:docMk/>
            <pc:sldMk cId="4223836844" sldId="257"/>
            <ac:spMk id="18" creationId="{1E5B1D9D-0013-D94C-4A3C-F0C62AADBC82}"/>
          </ac:spMkLst>
        </pc:spChg>
        <pc:spChg chg="add del mod ord">
          <ac:chgData name="Sam Khalil" userId="82cd1ec2-6208-465b-9d4d-40ce8f0cbf96" providerId="ADAL" clId="{A408838F-B7D8-9C4B-BB2C-90501A19BDA5}" dt="2025-08-18T18:16:42.018" v="87" actId="6264"/>
          <ac:spMkLst>
            <pc:docMk/>
            <pc:sldMk cId="4223836844" sldId="257"/>
            <ac:spMk id="19" creationId="{EAF91FA1-E8FB-0069-0942-69E4E468CA83}"/>
          </ac:spMkLst>
        </pc:spChg>
        <pc:spChg chg="add del mod ord">
          <ac:chgData name="Sam Khalil" userId="82cd1ec2-6208-465b-9d4d-40ce8f0cbf96" providerId="ADAL" clId="{A408838F-B7D8-9C4B-BB2C-90501A19BDA5}" dt="2025-08-18T18:16:42.018" v="87" actId="6264"/>
          <ac:spMkLst>
            <pc:docMk/>
            <pc:sldMk cId="4223836844" sldId="257"/>
            <ac:spMk id="20" creationId="{C94B502A-6983-AA67-1194-0FA9F6528275}"/>
          </ac:spMkLst>
        </pc:spChg>
        <pc:spChg chg="add mod ord">
          <ac:chgData name="Sam Khalil" userId="82cd1ec2-6208-465b-9d4d-40ce8f0cbf96" providerId="ADAL" clId="{A408838F-B7D8-9C4B-BB2C-90501A19BDA5}" dt="2025-08-18T18:16:42.018" v="87" actId="6264"/>
          <ac:spMkLst>
            <pc:docMk/>
            <pc:sldMk cId="4223836844" sldId="257"/>
            <ac:spMk id="23" creationId="{940559E2-0F7B-44FA-912B-3CAB677CB992}"/>
          </ac:spMkLst>
        </pc:spChg>
        <pc:spChg chg="add mod ord">
          <ac:chgData name="Sam Khalil" userId="82cd1ec2-6208-465b-9d4d-40ce8f0cbf96" providerId="ADAL" clId="{A408838F-B7D8-9C4B-BB2C-90501A19BDA5}" dt="2025-08-18T18:16:42.018" v="87" actId="6264"/>
          <ac:spMkLst>
            <pc:docMk/>
            <pc:sldMk cId="4223836844" sldId="257"/>
            <ac:spMk id="25" creationId="{29CFB481-7258-BC9B-E9E1-A641093CD894}"/>
          </ac:spMkLst>
        </pc:spChg>
        <pc:spChg chg="add mod ord">
          <ac:chgData name="Sam Khalil" userId="82cd1ec2-6208-465b-9d4d-40ce8f0cbf96" providerId="ADAL" clId="{A408838F-B7D8-9C4B-BB2C-90501A19BDA5}" dt="2025-08-18T18:16:42.018" v="87" actId="6264"/>
          <ac:spMkLst>
            <pc:docMk/>
            <pc:sldMk cId="4223836844" sldId="257"/>
            <ac:spMk id="26" creationId="{C75421D0-EAF3-1048-B4BD-856BAE83A605}"/>
          </ac:spMkLst>
        </pc:spChg>
        <pc:spChg chg="del">
          <ac:chgData name="Sam Khalil" userId="82cd1ec2-6208-465b-9d4d-40ce8f0cbf96" providerId="ADAL" clId="{A408838F-B7D8-9C4B-BB2C-90501A19BDA5}" dt="2025-08-18T18:16:42.552" v="88" actId="6264"/>
          <ac:spMkLst>
            <pc:docMk/>
            <pc:sldMk cId="4223836844" sldId="257"/>
            <ac:spMk id="29" creationId="{199A40C1-D73F-CD48-12FA-476FB31C2CCE}"/>
          </ac:spMkLst>
        </pc:spChg>
        <pc:spChg chg="del">
          <ac:chgData name="Sam Khalil" userId="82cd1ec2-6208-465b-9d4d-40ce8f0cbf96" providerId="ADAL" clId="{A408838F-B7D8-9C4B-BB2C-90501A19BDA5}" dt="2025-08-18T18:16:42.552" v="88" actId="6264"/>
          <ac:spMkLst>
            <pc:docMk/>
            <pc:sldMk cId="4223836844" sldId="257"/>
            <ac:spMk id="30" creationId="{F6759D28-4B83-F125-47B5-BD1579DCA5D5}"/>
          </ac:spMkLst>
        </pc:spChg>
        <pc:spChg chg="add del mod ord">
          <ac:chgData name="Sam Khalil" userId="82cd1ec2-6208-465b-9d4d-40ce8f0cbf96" providerId="ADAL" clId="{A408838F-B7D8-9C4B-BB2C-90501A19BDA5}" dt="2025-08-18T18:16:42.552" v="88" actId="6264"/>
          <ac:spMkLst>
            <pc:docMk/>
            <pc:sldMk cId="4223836844" sldId="257"/>
            <ac:spMk id="31" creationId="{520F1621-DCFA-66BA-86F4-ED50F302A786}"/>
          </ac:spMkLst>
        </pc:spChg>
        <pc:spChg chg="add mod ord">
          <ac:chgData name="Sam Khalil" userId="82cd1ec2-6208-465b-9d4d-40ce8f0cbf96" providerId="ADAL" clId="{A408838F-B7D8-9C4B-BB2C-90501A19BDA5}" dt="2025-08-18T18:16:42.552" v="88" actId="6264"/>
          <ac:spMkLst>
            <pc:docMk/>
            <pc:sldMk cId="4223836844" sldId="257"/>
            <ac:spMk id="32" creationId="{C2863336-4729-6281-EB44-5829ABA03789}"/>
          </ac:spMkLst>
        </pc:spChg>
        <pc:spChg chg="add mod ord">
          <ac:chgData name="Sam Khalil" userId="82cd1ec2-6208-465b-9d4d-40ce8f0cbf96" providerId="ADAL" clId="{A408838F-B7D8-9C4B-BB2C-90501A19BDA5}" dt="2025-08-18T18:16:42.552" v="88" actId="6264"/>
          <ac:spMkLst>
            <pc:docMk/>
            <pc:sldMk cId="4223836844" sldId="257"/>
            <ac:spMk id="35" creationId="{63A9982B-C7F3-0855-0AF2-9731AFEBCCBC}"/>
          </ac:spMkLst>
        </pc:spChg>
        <pc:spChg chg="add del mod ord">
          <ac:chgData name="Sam Khalil" userId="82cd1ec2-6208-465b-9d4d-40ce8f0cbf96" providerId="ADAL" clId="{A408838F-B7D8-9C4B-BB2C-90501A19BDA5}" dt="2025-08-18T18:16:42.724" v="89" actId="6264"/>
          <ac:spMkLst>
            <pc:docMk/>
            <pc:sldMk cId="4223836844" sldId="257"/>
            <ac:spMk id="36" creationId="{AF97FE2C-5C4C-B1C5-A876-14B5A026A8EA}"/>
          </ac:spMkLst>
        </pc:spChg>
        <pc:spChg chg="add del mod ord">
          <ac:chgData name="Sam Khalil" userId="82cd1ec2-6208-465b-9d4d-40ce8f0cbf96" providerId="ADAL" clId="{A408838F-B7D8-9C4B-BB2C-90501A19BDA5}" dt="2025-08-18T18:16:42.724" v="89" actId="6264"/>
          <ac:spMkLst>
            <pc:docMk/>
            <pc:sldMk cId="4223836844" sldId="257"/>
            <ac:spMk id="37" creationId="{6F77FD69-C7BA-467A-4909-AF18A8D86E4B}"/>
          </ac:spMkLst>
        </pc:spChg>
        <pc:spChg chg="del">
          <ac:chgData name="Sam Khalil" userId="82cd1ec2-6208-465b-9d4d-40ce8f0cbf96" providerId="ADAL" clId="{A408838F-B7D8-9C4B-BB2C-90501A19BDA5}" dt="2025-08-18T18:16:42.724" v="89" actId="6264"/>
          <ac:spMkLst>
            <pc:docMk/>
            <pc:sldMk cId="4223836844" sldId="257"/>
            <ac:spMk id="38" creationId="{B9F3127A-BA97-B0C2-96C7-7883359735B2}"/>
          </ac:spMkLst>
        </pc:spChg>
        <pc:spChg chg="add del mod ord">
          <ac:chgData name="Sam Khalil" userId="82cd1ec2-6208-465b-9d4d-40ce8f0cbf96" providerId="ADAL" clId="{A408838F-B7D8-9C4B-BB2C-90501A19BDA5}" dt="2025-08-18T18:16:42.724" v="89" actId="6264"/>
          <ac:spMkLst>
            <pc:docMk/>
            <pc:sldMk cId="4223836844" sldId="257"/>
            <ac:spMk id="39" creationId="{12FC026C-2F29-204D-C359-654A0DB4BF08}"/>
          </ac:spMkLst>
        </pc:spChg>
        <pc:spChg chg="add del mod ord">
          <ac:chgData name="Sam Khalil" userId="82cd1ec2-6208-465b-9d4d-40ce8f0cbf96" providerId="ADAL" clId="{A408838F-B7D8-9C4B-BB2C-90501A19BDA5}" dt="2025-08-18T18:16:42.724" v="89" actId="6264"/>
          <ac:spMkLst>
            <pc:docMk/>
            <pc:sldMk cId="4223836844" sldId="257"/>
            <ac:spMk id="40" creationId="{9B1447BF-B9EE-CAD4-16E3-3CDB7F1CCF0F}"/>
          </ac:spMkLst>
        </pc:spChg>
        <pc:spChg chg="add del mod ord">
          <ac:chgData name="Sam Khalil" userId="82cd1ec2-6208-465b-9d4d-40ce8f0cbf96" providerId="ADAL" clId="{A408838F-B7D8-9C4B-BB2C-90501A19BDA5}" dt="2025-08-18T18:16:42.724" v="89" actId="6264"/>
          <ac:spMkLst>
            <pc:docMk/>
            <pc:sldMk cId="4223836844" sldId="257"/>
            <ac:spMk id="41" creationId="{C2CD4F3A-A975-50DF-4757-1725D9E1290A}"/>
          </ac:spMkLst>
        </pc:spChg>
        <pc:spChg chg="add del mod ord">
          <ac:chgData name="Sam Khalil" userId="82cd1ec2-6208-465b-9d4d-40ce8f0cbf96" providerId="ADAL" clId="{A408838F-B7D8-9C4B-BB2C-90501A19BDA5}" dt="2025-08-18T18:16:42.939" v="90" actId="6264"/>
          <ac:spMkLst>
            <pc:docMk/>
            <pc:sldMk cId="4223836844" sldId="257"/>
            <ac:spMk id="44" creationId="{F0031281-3E41-C963-8B8F-63B33B0B4199}"/>
          </ac:spMkLst>
        </pc:spChg>
        <pc:spChg chg="del">
          <ac:chgData name="Sam Khalil" userId="82cd1ec2-6208-465b-9d4d-40ce8f0cbf96" providerId="ADAL" clId="{A408838F-B7D8-9C4B-BB2C-90501A19BDA5}" dt="2025-08-18T18:16:42.939" v="90" actId="6264"/>
          <ac:spMkLst>
            <pc:docMk/>
            <pc:sldMk cId="4223836844" sldId="257"/>
            <ac:spMk id="46" creationId="{66F36756-86D5-7F25-8BD9-74AF12DFE885}"/>
          </ac:spMkLst>
        </pc:spChg>
        <pc:spChg chg="add del mod ord">
          <ac:chgData name="Sam Khalil" userId="82cd1ec2-6208-465b-9d4d-40ce8f0cbf96" providerId="ADAL" clId="{A408838F-B7D8-9C4B-BB2C-90501A19BDA5}" dt="2025-08-18T18:16:42.939" v="90" actId="6264"/>
          <ac:spMkLst>
            <pc:docMk/>
            <pc:sldMk cId="4223836844" sldId="257"/>
            <ac:spMk id="47" creationId="{40BC2FE3-059D-3134-6EE8-78A98FFBD117}"/>
          </ac:spMkLst>
        </pc:spChg>
        <pc:spChg chg="add del mod ord">
          <ac:chgData name="Sam Khalil" userId="82cd1ec2-6208-465b-9d4d-40ce8f0cbf96" providerId="ADAL" clId="{A408838F-B7D8-9C4B-BB2C-90501A19BDA5}" dt="2025-08-18T18:16:42.939" v="90" actId="6264"/>
          <ac:spMkLst>
            <pc:docMk/>
            <pc:sldMk cId="4223836844" sldId="257"/>
            <ac:spMk id="49" creationId="{0EFF8D90-4B54-4163-481B-C5F2DD4D21BA}"/>
          </ac:spMkLst>
        </pc:spChg>
        <pc:spChg chg="add del mod ord">
          <ac:chgData name="Sam Khalil" userId="82cd1ec2-6208-465b-9d4d-40ce8f0cbf96" providerId="ADAL" clId="{A408838F-B7D8-9C4B-BB2C-90501A19BDA5}" dt="2025-08-18T18:16:42.939" v="90" actId="6264"/>
          <ac:spMkLst>
            <pc:docMk/>
            <pc:sldMk cId="4223836844" sldId="257"/>
            <ac:spMk id="50" creationId="{9CAF92F7-6D55-6C76-F6B4-92EB9E9371AC}"/>
          </ac:spMkLst>
        </pc:spChg>
        <pc:spChg chg="del">
          <ac:chgData name="Sam Khalil" userId="82cd1ec2-6208-465b-9d4d-40ce8f0cbf96" providerId="ADAL" clId="{A408838F-B7D8-9C4B-BB2C-90501A19BDA5}" dt="2025-08-18T18:16:42.939" v="90" actId="6264"/>
          <ac:spMkLst>
            <pc:docMk/>
            <pc:sldMk cId="4223836844" sldId="257"/>
            <ac:spMk id="51" creationId="{14085ACA-672A-C8D0-5045-2474CB5CB629}"/>
          </ac:spMkLst>
        </pc:spChg>
        <pc:spChg chg="add mod ord">
          <ac:chgData name="Sam Khalil" userId="82cd1ec2-6208-465b-9d4d-40ce8f0cbf96" providerId="ADAL" clId="{A408838F-B7D8-9C4B-BB2C-90501A19BDA5}" dt="2025-08-18T18:16:42.939" v="90" actId="6264"/>
          <ac:spMkLst>
            <pc:docMk/>
            <pc:sldMk cId="4223836844" sldId="257"/>
            <ac:spMk id="52" creationId="{68CA7C7C-B92D-2222-66FB-11607B0D84C0}"/>
          </ac:spMkLst>
        </pc:spChg>
        <pc:spChg chg="add del mod ord">
          <ac:chgData name="Sam Khalil" userId="82cd1ec2-6208-465b-9d4d-40ce8f0cbf96" providerId="ADAL" clId="{A408838F-B7D8-9C4B-BB2C-90501A19BDA5}" dt="2025-08-18T18:16:43.046" v="91" actId="6264"/>
          <ac:spMkLst>
            <pc:docMk/>
            <pc:sldMk cId="4223836844" sldId="257"/>
            <ac:spMk id="53" creationId="{4E22FE09-38EE-769E-4280-75937E404D3B}"/>
          </ac:spMkLst>
        </pc:spChg>
        <pc:spChg chg="add del mod ord">
          <ac:chgData name="Sam Khalil" userId="82cd1ec2-6208-465b-9d4d-40ce8f0cbf96" providerId="ADAL" clId="{A408838F-B7D8-9C4B-BB2C-90501A19BDA5}" dt="2025-08-18T18:16:43.046" v="91" actId="6264"/>
          <ac:spMkLst>
            <pc:docMk/>
            <pc:sldMk cId="4223836844" sldId="257"/>
            <ac:spMk id="59" creationId="{3620C496-608C-61B8-EF59-1F63E62AD676}"/>
          </ac:spMkLst>
        </pc:spChg>
        <pc:spChg chg="add mod ord">
          <ac:chgData name="Sam Khalil" userId="82cd1ec2-6208-465b-9d4d-40ce8f0cbf96" providerId="ADAL" clId="{A408838F-B7D8-9C4B-BB2C-90501A19BDA5}" dt="2025-08-18T18:16:42.939" v="90" actId="6264"/>
          <ac:spMkLst>
            <pc:docMk/>
            <pc:sldMk cId="4223836844" sldId="257"/>
            <ac:spMk id="61" creationId="{7451F1E4-BA01-6FE6-4D52-B74AF3ACD900}"/>
          </ac:spMkLst>
        </pc:spChg>
        <pc:spChg chg="add mod ord">
          <ac:chgData name="Sam Khalil" userId="82cd1ec2-6208-465b-9d4d-40ce8f0cbf96" providerId="ADAL" clId="{A408838F-B7D8-9C4B-BB2C-90501A19BDA5}" dt="2025-08-18T18:17:40.829" v="96"/>
          <ac:spMkLst>
            <pc:docMk/>
            <pc:sldMk cId="4223836844" sldId="257"/>
            <ac:spMk id="62" creationId="{A5C38442-9A4A-6E01-52AF-5C36EDA33A9B}"/>
          </ac:spMkLst>
        </pc:spChg>
        <pc:spChg chg="mod">
          <ac:chgData name="Sam Khalil" userId="82cd1ec2-6208-465b-9d4d-40ce8f0cbf96" providerId="ADAL" clId="{A408838F-B7D8-9C4B-BB2C-90501A19BDA5}" dt="2025-08-18T18:18:21.335" v="102" actId="207"/>
          <ac:spMkLst>
            <pc:docMk/>
            <pc:sldMk cId="4223836844" sldId="257"/>
            <ac:spMk id="63" creationId="{3807BA9B-BD39-5620-8D57-63C9883CBBAA}"/>
          </ac:spMkLst>
        </pc:spChg>
        <pc:spChg chg="add mod ord">
          <ac:chgData name="Sam Khalil" userId="82cd1ec2-6208-465b-9d4d-40ce8f0cbf96" providerId="ADAL" clId="{A408838F-B7D8-9C4B-BB2C-90501A19BDA5}" dt="2025-08-18T18:18:24.733" v="103" actId="207"/>
          <ac:spMkLst>
            <pc:docMk/>
            <pc:sldMk cId="4223836844" sldId="257"/>
            <ac:spMk id="64" creationId="{E830F6FF-01A8-99D6-26F0-2D80C68D97C8}"/>
          </ac:spMkLst>
        </pc:spChg>
        <pc:spChg chg="mod">
          <ac:chgData name="Sam Khalil" userId="82cd1ec2-6208-465b-9d4d-40ce8f0cbf96" providerId="ADAL" clId="{A408838F-B7D8-9C4B-BB2C-90501A19BDA5}" dt="2025-08-18T18:18:36.292" v="108" actId="403"/>
          <ac:spMkLst>
            <pc:docMk/>
            <pc:sldMk cId="4223836844" sldId="257"/>
            <ac:spMk id="65" creationId="{F75F18A1-B19F-2716-0C4B-4E32B5EE0D65}"/>
          </ac:spMkLst>
        </pc:spChg>
        <pc:spChg chg="add mod ord">
          <ac:chgData name="Sam Khalil" userId="82cd1ec2-6208-465b-9d4d-40ce8f0cbf96" providerId="ADAL" clId="{A408838F-B7D8-9C4B-BB2C-90501A19BDA5}" dt="2025-08-18T18:17:40.829" v="96"/>
          <ac:spMkLst>
            <pc:docMk/>
            <pc:sldMk cId="4223836844" sldId="257"/>
            <ac:spMk id="66" creationId="{E60225C0-84C6-078F-B63C-4731B7F59255}"/>
          </ac:spMkLst>
        </pc:spChg>
        <pc:spChg chg="add mod ord">
          <ac:chgData name="Sam Khalil" userId="82cd1ec2-6208-465b-9d4d-40ce8f0cbf96" providerId="ADAL" clId="{A408838F-B7D8-9C4B-BB2C-90501A19BDA5}" dt="2025-08-18T18:17:40.829" v="96"/>
          <ac:spMkLst>
            <pc:docMk/>
            <pc:sldMk cId="4223836844" sldId="257"/>
            <ac:spMk id="67" creationId="{90227D22-8875-B31D-668B-CC1927E71079}"/>
          </ac:spMkLst>
        </pc:spChg>
        <pc:spChg chg="add mod ord">
          <ac:chgData name="Sam Khalil" userId="82cd1ec2-6208-465b-9d4d-40ce8f0cbf96" providerId="ADAL" clId="{A408838F-B7D8-9C4B-BB2C-90501A19BDA5}" dt="2025-08-18T18:17:40.829" v="96"/>
          <ac:spMkLst>
            <pc:docMk/>
            <pc:sldMk cId="4223836844" sldId="257"/>
            <ac:spMk id="68" creationId="{A6B3B004-A643-8F78-1ECD-00D785D04DBD}"/>
          </ac:spMkLst>
        </pc:spChg>
        <pc:spChg chg="add mod ord">
          <ac:chgData name="Sam Khalil" userId="82cd1ec2-6208-465b-9d4d-40ce8f0cbf96" providerId="ADAL" clId="{A408838F-B7D8-9C4B-BB2C-90501A19BDA5}" dt="2025-08-18T18:17:40.829" v="96"/>
          <ac:spMkLst>
            <pc:docMk/>
            <pc:sldMk cId="4223836844" sldId="257"/>
            <ac:spMk id="69" creationId="{4097B18F-3DE2-CC1A-8D99-AE4F990C99D9}"/>
          </ac:spMkLst>
        </pc:spChg>
        <pc:spChg chg="add mod ord">
          <ac:chgData name="Sam Khalil" userId="82cd1ec2-6208-465b-9d4d-40ce8f0cbf96" providerId="ADAL" clId="{A408838F-B7D8-9C4B-BB2C-90501A19BDA5}" dt="2025-08-18T18:18:54.053" v="109" actId="207"/>
          <ac:spMkLst>
            <pc:docMk/>
            <pc:sldMk cId="4223836844" sldId="257"/>
            <ac:spMk id="70" creationId="{F9D2EA3F-863E-647C-6C7C-935AFF4C35FE}"/>
          </ac:spMkLst>
        </pc:spChg>
        <pc:spChg chg="add mod ord">
          <ac:chgData name="Sam Khalil" userId="82cd1ec2-6208-465b-9d4d-40ce8f0cbf96" providerId="ADAL" clId="{A408838F-B7D8-9C4B-BB2C-90501A19BDA5}" dt="2025-08-18T18:17:40.829" v="96"/>
          <ac:spMkLst>
            <pc:docMk/>
            <pc:sldMk cId="4223836844" sldId="257"/>
            <ac:spMk id="71" creationId="{BFB00BD5-D5B9-EDDA-2271-12CC4C7301E4}"/>
          </ac:spMkLst>
        </pc:spChg>
      </pc:sldChg>
      <pc:sldChg chg="new del">
        <pc:chgData name="Sam Khalil" userId="82cd1ec2-6208-465b-9d4d-40ce8f0cbf96" providerId="ADAL" clId="{A408838F-B7D8-9C4B-BB2C-90501A19BDA5}" dt="2025-08-18T18:16:38.488" v="85" actId="2696"/>
        <pc:sldMkLst>
          <pc:docMk/>
          <pc:sldMk cId="3538339147" sldId="258"/>
        </pc:sldMkLst>
      </pc:sldChg>
      <pc:sldMasterChg chg="addSp delSp modSp mod addSldLayout delSldLayout modSldLayout">
        <pc:chgData name="Sam Khalil" userId="82cd1ec2-6208-465b-9d4d-40ce8f0cbf96" providerId="ADAL" clId="{A408838F-B7D8-9C4B-BB2C-90501A19BDA5}" dt="2025-08-18T18:17:33.545" v="95"/>
        <pc:sldMasterMkLst>
          <pc:docMk/>
          <pc:sldMasterMk cId="3828971895" sldId="2147483650"/>
        </pc:sldMasterMkLst>
        <pc:spChg chg="add del mod">
          <ac:chgData name="Sam Khalil" userId="82cd1ec2-6208-465b-9d4d-40ce8f0cbf96" providerId="ADAL" clId="{A408838F-B7D8-9C4B-BB2C-90501A19BDA5}" dt="2025-08-18T18:16:13.274" v="80" actId="478"/>
          <ac:spMkLst>
            <pc:docMk/>
            <pc:sldMasterMk cId="3828971895" sldId="2147483650"/>
            <ac:spMk id="2" creationId="{53DF1FCC-C442-9F2B-F8FD-3D161DEC0040}"/>
          </ac:spMkLst>
        </pc:spChg>
        <pc:spChg chg="add del mod">
          <ac:chgData name="Sam Khalil" userId="82cd1ec2-6208-465b-9d4d-40ce8f0cbf96" providerId="ADAL" clId="{A408838F-B7D8-9C4B-BB2C-90501A19BDA5}" dt="2025-08-18T18:16:13.274" v="80" actId="478"/>
          <ac:spMkLst>
            <pc:docMk/>
            <pc:sldMasterMk cId="3828971895" sldId="2147483650"/>
            <ac:spMk id="3" creationId="{80B3B967-9489-9DC6-6E02-2D4035DDC3FC}"/>
          </ac:spMkLst>
        </pc:spChg>
        <pc:spChg chg="add del mod">
          <ac:chgData name="Sam Khalil" userId="82cd1ec2-6208-465b-9d4d-40ce8f0cbf96" providerId="ADAL" clId="{A408838F-B7D8-9C4B-BB2C-90501A19BDA5}" dt="2025-08-18T18:16:13.274" v="80" actId="478"/>
          <ac:spMkLst>
            <pc:docMk/>
            <pc:sldMasterMk cId="3828971895" sldId="2147483650"/>
            <ac:spMk id="5" creationId="{29B0EE74-5D99-DDBB-44E8-7C49854A287A}"/>
          </ac:spMkLst>
        </pc:spChg>
        <pc:spChg chg="add del mod">
          <ac:chgData name="Sam Khalil" userId="82cd1ec2-6208-465b-9d4d-40ce8f0cbf96" providerId="ADAL" clId="{A408838F-B7D8-9C4B-BB2C-90501A19BDA5}" dt="2025-08-18T18:16:13.274" v="80" actId="478"/>
          <ac:spMkLst>
            <pc:docMk/>
            <pc:sldMasterMk cId="3828971895" sldId="2147483650"/>
            <ac:spMk id="6" creationId="{BD5F9D26-B980-9DBD-204A-5CC1F99AA585}"/>
          </ac:spMkLst>
        </pc:spChg>
        <pc:spChg chg="add del mod">
          <ac:chgData name="Sam Khalil" userId="82cd1ec2-6208-465b-9d4d-40ce8f0cbf96" providerId="ADAL" clId="{A408838F-B7D8-9C4B-BB2C-90501A19BDA5}" dt="2025-08-18T18:16:13.274" v="80" actId="478"/>
          <ac:spMkLst>
            <pc:docMk/>
            <pc:sldMasterMk cId="3828971895" sldId="2147483650"/>
            <ac:spMk id="7" creationId="{4368CADB-56AE-2F4D-DE3C-73377F9149B2}"/>
          </ac:spMkLst>
        </pc:spChg>
        <pc:spChg chg="add del mod">
          <ac:chgData name="Sam Khalil" userId="82cd1ec2-6208-465b-9d4d-40ce8f0cbf96" providerId="ADAL" clId="{A408838F-B7D8-9C4B-BB2C-90501A19BDA5}" dt="2025-08-18T18:16:13.274" v="80" actId="478"/>
          <ac:spMkLst>
            <pc:docMk/>
            <pc:sldMasterMk cId="3828971895" sldId="2147483650"/>
            <ac:spMk id="8" creationId="{324F9940-17CA-C229-4767-53D27D07DBAD}"/>
          </ac:spMkLst>
        </pc:spChg>
        <pc:spChg chg="add del mod">
          <ac:chgData name="Sam Khalil" userId="82cd1ec2-6208-465b-9d4d-40ce8f0cbf96" providerId="ADAL" clId="{A408838F-B7D8-9C4B-BB2C-90501A19BDA5}" dt="2025-08-18T18:16:13.274" v="80" actId="478"/>
          <ac:spMkLst>
            <pc:docMk/>
            <pc:sldMasterMk cId="3828971895" sldId="2147483650"/>
            <ac:spMk id="9" creationId="{71E9EE80-0DE3-370B-5644-6E9D03B726C3}"/>
          </ac:spMkLst>
        </pc:spChg>
        <pc:spChg chg="add del mod">
          <ac:chgData name="Sam Khalil" userId="82cd1ec2-6208-465b-9d4d-40ce8f0cbf96" providerId="ADAL" clId="{A408838F-B7D8-9C4B-BB2C-90501A19BDA5}" dt="2025-08-18T18:16:13.274" v="80" actId="478"/>
          <ac:spMkLst>
            <pc:docMk/>
            <pc:sldMasterMk cId="3828971895" sldId="2147483650"/>
            <ac:spMk id="10" creationId="{B57BAD1B-A86E-0236-A70C-885787FCBA5F}"/>
          </ac:spMkLst>
        </pc:spChg>
        <pc:spChg chg="add del mod">
          <ac:chgData name="Sam Khalil" userId="82cd1ec2-6208-465b-9d4d-40ce8f0cbf96" providerId="ADAL" clId="{A408838F-B7D8-9C4B-BB2C-90501A19BDA5}" dt="2025-08-18T18:16:13.274" v="80" actId="478"/>
          <ac:spMkLst>
            <pc:docMk/>
            <pc:sldMasterMk cId="3828971895" sldId="2147483650"/>
            <ac:spMk id="11" creationId="{C770FC84-A15C-01DF-B9E6-D22444B559AF}"/>
          </ac:spMkLst>
        </pc:spChg>
        <pc:spChg chg="add del mod">
          <ac:chgData name="Sam Khalil" userId="82cd1ec2-6208-465b-9d4d-40ce8f0cbf96" providerId="ADAL" clId="{A408838F-B7D8-9C4B-BB2C-90501A19BDA5}" dt="2025-08-18T18:16:13.274" v="80" actId="478"/>
          <ac:spMkLst>
            <pc:docMk/>
            <pc:sldMasterMk cId="3828971895" sldId="2147483650"/>
            <ac:spMk id="12" creationId="{4EC52361-3DDB-C9BD-C4DA-CB967CFDDE4F}"/>
          </ac:spMkLst>
        </pc:spChg>
        <pc:spChg chg="add mod">
          <ac:chgData name="Sam Khalil" userId="82cd1ec2-6208-465b-9d4d-40ce8f0cbf96" providerId="ADAL" clId="{A408838F-B7D8-9C4B-BB2C-90501A19BDA5}" dt="2025-08-18T18:16:30.738" v="81"/>
          <ac:spMkLst>
            <pc:docMk/>
            <pc:sldMasterMk cId="3828971895" sldId="2147483650"/>
            <ac:spMk id="13" creationId="{3DFEE939-48C5-BB8B-54D3-225447ED6D1C}"/>
          </ac:spMkLst>
        </pc:spChg>
        <pc:spChg chg="add mod">
          <ac:chgData name="Sam Khalil" userId="82cd1ec2-6208-465b-9d4d-40ce8f0cbf96" providerId="ADAL" clId="{A408838F-B7D8-9C4B-BB2C-90501A19BDA5}" dt="2025-08-18T18:16:30.738" v="81"/>
          <ac:spMkLst>
            <pc:docMk/>
            <pc:sldMasterMk cId="3828971895" sldId="2147483650"/>
            <ac:spMk id="14" creationId="{FD49C8A2-DB5E-2BBA-F9FC-7EBA5AC9AFC4}"/>
          </ac:spMkLst>
        </pc:spChg>
        <pc:spChg chg="add mod">
          <ac:chgData name="Sam Khalil" userId="82cd1ec2-6208-465b-9d4d-40ce8f0cbf96" providerId="ADAL" clId="{A408838F-B7D8-9C4B-BB2C-90501A19BDA5}" dt="2025-08-18T18:16:30.738" v="81"/>
          <ac:spMkLst>
            <pc:docMk/>
            <pc:sldMasterMk cId="3828971895" sldId="2147483650"/>
            <ac:spMk id="16" creationId="{78B15FF7-2BE5-B16A-039E-F3FF7DF9C569}"/>
          </ac:spMkLst>
        </pc:spChg>
        <pc:spChg chg="add mod">
          <ac:chgData name="Sam Khalil" userId="82cd1ec2-6208-465b-9d4d-40ce8f0cbf96" providerId="ADAL" clId="{A408838F-B7D8-9C4B-BB2C-90501A19BDA5}" dt="2025-08-18T18:16:30.738" v="81"/>
          <ac:spMkLst>
            <pc:docMk/>
            <pc:sldMasterMk cId="3828971895" sldId="2147483650"/>
            <ac:spMk id="17" creationId="{5D235131-CBE2-6944-3023-E19791F42B6A}"/>
          </ac:spMkLst>
        </pc:spChg>
        <pc:spChg chg="add mod">
          <ac:chgData name="Sam Khalil" userId="82cd1ec2-6208-465b-9d4d-40ce8f0cbf96" providerId="ADAL" clId="{A408838F-B7D8-9C4B-BB2C-90501A19BDA5}" dt="2025-08-18T18:16:30.738" v="81"/>
          <ac:spMkLst>
            <pc:docMk/>
            <pc:sldMasterMk cId="3828971895" sldId="2147483650"/>
            <ac:spMk id="18" creationId="{811F3411-F40C-6F83-C2B9-B8CCE1072938}"/>
          </ac:spMkLst>
        </pc:spChg>
        <pc:spChg chg="add mod">
          <ac:chgData name="Sam Khalil" userId="82cd1ec2-6208-465b-9d4d-40ce8f0cbf96" providerId="ADAL" clId="{A408838F-B7D8-9C4B-BB2C-90501A19BDA5}" dt="2025-08-18T18:16:30.738" v="81"/>
          <ac:spMkLst>
            <pc:docMk/>
            <pc:sldMasterMk cId="3828971895" sldId="2147483650"/>
            <ac:spMk id="19" creationId="{D3382051-F9CB-F287-F962-DB83237A61AC}"/>
          </ac:spMkLst>
        </pc:spChg>
        <pc:spChg chg="add mod">
          <ac:chgData name="Sam Khalil" userId="82cd1ec2-6208-465b-9d4d-40ce8f0cbf96" providerId="ADAL" clId="{A408838F-B7D8-9C4B-BB2C-90501A19BDA5}" dt="2025-08-18T18:16:30.738" v="81"/>
          <ac:spMkLst>
            <pc:docMk/>
            <pc:sldMasterMk cId="3828971895" sldId="2147483650"/>
            <ac:spMk id="20" creationId="{751ACBD1-13EE-93B9-34C5-3364A31E610C}"/>
          </ac:spMkLst>
        </pc:spChg>
        <pc:spChg chg="add mod">
          <ac:chgData name="Sam Khalil" userId="82cd1ec2-6208-465b-9d4d-40ce8f0cbf96" providerId="ADAL" clId="{A408838F-B7D8-9C4B-BB2C-90501A19BDA5}" dt="2025-08-18T18:16:30.738" v="81"/>
          <ac:spMkLst>
            <pc:docMk/>
            <pc:sldMasterMk cId="3828971895" sldId="2147483650"/>
            <ac:spMk id="21" creationId="{0DCCF0D9-25A6-F52E-606A-9E8427639B71}"/>
          </ac:spMkLst>
        </pc:spChg>
        <pc:spChg chg="add mod">
          <ac:chgData name="Sam Khalil" userId="82cd1ec2-6208-465b-9d4d-40ce8f0cbf96" providerId="ADAL" clId="{A408838F-B7D8-9C4B-BB2C-90501A19BDA5}" dt="2025-08-18T18:16:30.738" v="81"/>
          <ac:spMkLst>
            <pc:docMk/>
            <pc:sldMasterMk cId="3828971895" sldId="2147483650"/>
            <ac:spMk id="22" creationId="{0A6B1572-8F08-ED31-4CBD-B1627FFBB26C}"/>
          </ac:spMkLst>
        </pc:spChg>
        <pc:spChg chg="add mod">
          <ac:chgData name="Sam Khalil" userId="82cd1ec2-6208-465b-9d4d-40ce8f0cbf96" providerId="ADAL" clId="{A408838F-B7D8-9C4B-BB2C-90501A19BDA5}" dt="2025-08-18T18:16:30.738" v="81"/>
          <ac:spMkLst>
            <pc:docMk/>
            <pc:sldMasterMk cId="3828971895" sldId="2147483650"/>
            <ac:spMk id="23" creationId="{D5981D74-9D67-055D-CB23-B2EFBBD25C0B}"/>
          </ac:spMkLst>
        </pc:spChg>
        <pc:sldLayoutChg chg="add del">
          <pc:chgData name="Sam Khalil" userId="82cd1ec2-6208-465b-9d4d-40ce8f0cbf96" providerId="ADAL" clId="{A408838F-B7D8-9C4B-BB2C-90501A19BDA5}" dt="2025-08-18T18:16:03.466" v="78" actId="680"/>
          <pc:sldLayoutMkLst>
            <pc:docMk/>
            <pc:sldMasterMk cId="3828971895" sldId="2147483650"/>
            <pc:sldLayoutMk cId="4134605558" sldId="2147483651"/>
          </pc:sldLayoutMkLst>
        </pc:sldLayoutChg>
        <pc:sldLayoutChg chg="addSp delSp modSp add del mod">
          <pc:chgData name="Sam Khalil" userId="82cd1ec2-6208-465b-9d4d-40ce8f0cbf96" providerId="ADAL" clId="{A408838F-B7D8-9C4B-BB2C-90501A19BDA5}" dt="2025-08-18T18:17:33.545" v="95"/>
          <pc:sldLayoutMkLst>
            <pc:docMk/>
            <pc:sldMasterMk cId="3027411274" sldId="2147483663"/>
            <pc:sldLayoutMk cId="2252493636" sldId="2147483662"/>
          </pc:sldLayoutMkLst>
          <pc:spChg chg="add del">
            <ac:chgData name="Sam Khalil" userId="82cd1ec2-6208-465b-9d4d-40ce8f0cbf96" providerId="ADAL" clId="{A408838F-B7D8-9C4B-BB2C-90501A19BDA5}" dt="2025-08-18T18:14:01.409" v="0" actId="11529"/>
            <ac:spMkLst>
              <pc:docMk/>
              <pc:sldMasterMk cId="3027411274" sldId="2147483663"/>
              <pc:sldLayoutMk cId="2252493636" sldId="2147483662"/>
              <ac:spMk id="3" creationId="{6AAF2C2B-A2CE-84F9-396E-BF5966437C0E}"/>
            </ac:spMkLst>
          </pc:spChg>
          <pc:spChg chg="del mod">
            <ac:chgData name="Sam Khalil" userId="82cd1ec2-6208-465b-9d4d-40ce8f0cbf96" providerId="ADAL" clId="{A408838F-B7D8-9C4B-BB2C-90501A19BDA5}" dt="2025-08-18T18:14:09.529" v="5" actId="478"/>
            <ac:spMkLst>
              <pc:docMk/>
              <pc:sldMasterMk cId="3027411274" sldId="2147483663"/>
              <pc:sldLayoutMk cId="2252493636" sldId="2147483662"/>
              <ac:spMk id="4" creationId="{684E2D3D-C564-1DA0-088B-68310BBB3BE3}"/>
            </ac:spMkLst>
          </pc:spChg>
          <pc:spChg chg="add mod ord">
            <ac:chgData name="Sam Khalil" userId="82cd1ec2-6208-465b-9d4d-40ce8f0cbf96" providerId="ADAL" clId="{A408838F-B7D8-9C4B-BB2C-90501A19BDA5}" dt="2025-08-18T18:14:45.807" v="68" actId="207"/>
            <ac:spMkLst>
              <pc:docMk/>
              <pc:sldMasterMk cId="3027411274" sldId="2147483663"/>
              <pc:sldLayoutMk cId="2252493636" sldId="2147483662"/>
              <ac:spMk id="5" creationId="{8DE46199-3F16-0710-FE76-DF89EFAFC53C}"/>
            </ac:spMkLst>
          </pc:spChg>
          <pc:spChg chg="add del mod">
            <ac:chgData name="Sam Khalil" userId="82cd1ec2-6208-465b-9d4d-40ce8f0cbf96" providerId="ADAL" clId="{A408838F-B7D8-9C4B-BB2C-90501A19BDA5}" dt="2025-08-18T18:17:06.303" v="93"/>
            <ac:spMkLst>
              <pc:docMk/>
              <pc:sldMasterMk cId="3027411274" sldId="2147483663"/>
              <pc:sldLayoutMk cId="2252493636" sldId="2147483662"/>
              <ac:spMk id="6" creationId="{364DDFA2-1860-3F7B-5F0E-75EE8A9868CA}"/>
            </ac:spMkLst>
          </pc:spChg>
          <pc:spChg chg="add mod">
            <ac:chgData name="Sam Khalil" userId="82cd1ec2-6208-465b-9d4d-40ce8f0cbf96" providerId="ADAL" clId="{A408838F-B7D8-9C4B-BB2C-90501A19BDA5}" dt="2025-08-18T18:17:33.545" v="95"/>
            <ac:spMkLst>
              <pc:docMk/>
              <pc:sldMasterMk cId="3027411274" sldId="2147483663"/>
              <pc:sldLayoutMk cId="2252493636" sldId="2147483662"/>
              <ac:spMk id="7" creationId="{8545CE10-FB89-C612-A2A9-0380105E4834}"/>
            </ac:spMkLst>
          </pc:spChg>
          <pc:spChg chg="add mod">
            <ac:chgData name="Sam Khalil" userId="82cd1ec2-6208-465b-9d4d-40ce8f0cbf96" providerId="ADAL" clId="{A408838F-B7D8-9C4B-BB2C-90501A19BDA5}" dt="2025-08-18T18:17:33.545" v="95"/>
            <ac:spMkLst>
              <pc:docMk/>
              <pc:sldMasterMk cId="3027411274" sldId="2147483663"/>
              <pc:sldLayoutMk cId="2252493636" sldId="2147483662"/>
              <ac:spMk id="9" creationId="{67EE8A1C-22A7-CAD8-A38B-B2A7F9624570}"/>
            </ac:spMkLst>
          </pc:spChg>
          <pc:spChg chg="add mod">
            <ac:chgData name="Sam Khalil" userId="82cd1ec2-6208-465b-9d4d-40ce8f0cbf96" providerId="ADAL" clId="{A408838F-B7D8-9C4B-BB2C-90501A19BDA5}" dt="2025-08-18T18:17:33.545" v="95"/>
            <ac:spMkLst>
              <pc:docMk/>
              <pc:sldMasterMk cId="3027411274" sldId="2147483663"/>
              <pc:sldLayoutMk cId="2252493636" sldId="2147483662"/>
              <ac:spMk id="13" creationId="{A666A7F0-96FF-F579-39F5-6A45539A632F}"/>
            </ac:spMkLst>
          </pc:spChg>
          <pc:spChg chg="add mod">
            <ac:chgData name="Sam Khalil" userId="82cd1ec2-6208-465b-9d4d-40ce8f0cbf96" providerId="ADAL" clId="{A408838F-B7D8-9C4B-BB2C-90501A19BDA5}" dt="2025-08-18T18:17:33.545" v="95"/>
            <ac:spMkLst>
              <pc:docMk/>
              <pc:sldMasterMk cId="3027411274" sldId="2147483663"/>
              <pc:sldLayoutMk cId="2252493636" sldId="2147483662"/>
              <ac:spMk id="15" creationId="{94D18999-6D53-0496-F179-55B1B4B235A9}"/>
            </ac:spMkLst>
          </pc:spChg>
          <pc:spChg chg="add mod">
            <ac:chgData name="Sam Khalil" userId="82cd1ec2-6208-465b-9d4d-40ce8f0cbf96" providerId="ADAL" clId="{A408838F-B7D8-9C4B-BB2C-90501A19BDA5}" dt="2025-08-18T18:17:33.545" v="95"/>
            <ac:spMkLst>
              <pc:docMk/>
              <pc:sldMasterMk cId="3027411274" sldId="2147483663"/>
              <pc:sldLayoutMk cId="2252493636" sldId="2147483662"/>
              <ac:spMk id="21" creationId="{12543559-5FE2-5F38-80A6-952DFC64B6C3}"/>
            </ac:spMkLst>
          </pc:spChg>
          <pc:spChg chg="add mod">
            <ac:chgData name="Sam Khalil" userId="82cd1ec2-6208-465b-9d4d-40ce8f0cbf96" providerId="ADAL" clId="{A408838F-B7D8-9C4B-BB2C-90501A19BDA5}" dt="2025-08-18T18:17:33.545" v="95"/>
            <ac:spMkLst>
              <pc:docMk/>
              <pc:sldMasterMk cId="3027411274" sldId="2147483663"/>
              <pc:sldLayoutMk cId="2252493636" sldId="2147483662"/>
              <ac:spMk id="22" creationId="{FF02C676-AF45-6816-C7AD-FBAE022417A6}"/>
            </ac:spMkLst>
          </pc:spChg>
          <pc:spChg chg="add mod">
            <ac:chgData name="Sam Khalil" userId="82cd1ec2-6208-465b-9d4d-40ce8f0cbf96" providerId="ADAL" clId="{A408838F-B7D8-9C4B-BB2C-90501A19BDA5}" dt="2025-08-18T18:17:33.545" v="95"/>
            <ac:spMkLst>
              <pc:docMk/>
              <pc:sldMasterMk cId="3027411274" sldId="2147483663"/>
              <pc:sldLayoutMk cId="2252493636" sldId="2147483662"/>
              <ac:spMk id="23" creationId="{F5C9A0E0-D229-3353-348D-5D9C689EAB74}"/>
            </ac:spMkLst>
          </pc:spChg>
          <pc:spChg chg="add mod">
            <ac:chgData name="Sam Khalil" userId="82cd1ec2-6208-465b-9d4d-40ce8f0cbf96" providerId="ADAL" clId="{A408838F-B7D8-9C4B-BB2C-90501A19BDA5}" dt="2025-08-18T18:17:33.545" v="95"/>
            <ac:spMkLst>
              <pc:docMk/>
              <pc:sldMasterMk cId="3027411274" sldId="2147483663"/>
              <pc:sldLayoutMk cId="2252493636" sldId="2147483662"/>
              <ac:spMk id="24" creationId="{0F23F921-C065-B384-3252-FE27F2AFE2F5}"/>
            </ac:spMkLst>
          </pc:spChg>
          <pc:spChg chg="add mod">
            <ac:chgData name="Sam Khalil" userId="82cd1ec2-6208-465b-9d4d-40ce8f0cbf96" providerId="ADAL" clId="{A408838F-B7D8-9C4B-BB2C-90501A19BDA5}" dt="2025-08-18T18:17:33.545" v="95"/>
            <ac:spMkLst>
              <pc:docMk/>
              <pc:sldMasterMk cId="3027411274" sldId="2147483663"/>
              <pc:sldLayoutMk cId="2252493636" sldId="2147483662"/>
              <ac:spMk id="25" creationId="{54491047-2E75-4D93-D6A4-698C664BF2DA}"/>
            </ac:spMkLst>
          </pc:spChg>
          <pc:spChg chg="add mod">
            <ac:chgData name="Sam Khalil" userId="82cd1ec2-6208-465b-9d4d-40ce8f0cbf96" providerId="ADAL" clId="{A408838F-B7D8-9C4B-BB2C-90501A19BDA5}" dt="2025-08-18T18:17:33.545" v="95"/>
            <ac:spMkLst>
              <pc:docMk/>
              <pc:sldMasterMk cId="3027411274" sldId="2147483663"/>
              <pc:sldLayoutMk cId="2252493636" sldId="2147483662"/>
              <ac:spMk id="26" creationId="{C4A6FD34-50CC-7472-7A51-A87AE0F11DBA}"/>
            </ac:spMkLst>
          </pc:spChg>
        </pc:sldLayoutChg>
      </pc:sldMasterChg>
      <pc:sldMasterChg chg="delSp new del mod addSldLayout modSldLayout">
        <pc:chgData name="Sam Khalil" userId="82cd1ec2-6208-465b-9d4d-40ce8f0cbf96" providerId="ADAL" clId="{A408838F-B7D8-9C4B-BB2C-90501A19BDA5}" dt="2025-08-18T19:52:45.456" v="113" actId="2696"/>
        <pc:sldMasterMkLst>
          <pc:docMk/>
          <pc:sldMasterMk cId="3027411274" sldId="2147483663"/>
        </pc:sldMasterMkLst>
        <pc:spChg chg="del">
          <ac:chgData name="Sam Khalil" userId="82cd1ec2-6208-465b-9d4d-40ce8f0cbf96" providerId="ADAL" clId="{A408838F-B7D8-9C4B-BB2C-90501A19BDA5}" dt="2025-08-18T19:52:30.406" v="110" actId="478"/>
          <ac:spMkLst>
            <pc:docMk/>
            <pc:sldMasterMk cId="3027411274" sldId="2147483663"/>
            <ac:spMk id="2" creationId="{D288FBBB-7BAD-BA45-3641-67E0520330FA}"/>
          </ac:spMkLst>
        </pc:spChg>
        <pc:spChg chg="del">
          <ac:chgData name="Sam Khalil" userId="82cd1ec2-6208-465b-9d4d-40ce8f0cbf96" providerId="ADAL" clId="{A408838F-B7D8-9C4B-BB2C-90501A19BDA5}" dt="2025-08-18T19:52:30.406" v="110" actId="478"/>
          <ac:spMkLst>
            <pc:docMk/>
            <pc:sldMasterMk cId="3027411274" sldId="2147483663"/>
            <ac:spMk id="3" creationId="{0F059D0A-0BCD-8358-E115-BE28AAEF71C4}"/>
          </ac:spMkLst>
        </pc:spChg>
        <pc:spChg chg="del">
          <ac:chgData name="Sam Khalil" userId="82cd1ec2-6208-465b-9d4d-40ce8f0cbf96" providerId="ADAL" clId="{A408838F-B7D8-9C4B-BB2C-90501A19BDA5}" dt="2025-08-18T19:52:30.406" v="110" actId="478"/>
          <ac:spMkLst>
            <pc:docMk/>
            <pc:sldMasterMk cId="3027411274" sldId="2147483663"/>
            <ac:spMk id="4" creationId="{F290A197-4402-1746-C645-B71290723ABB}"/>
          </ac:spMkLst>
        </pc:spChg>
        <pc:spChg chg="del">
          <ac:chgData name="Sam Khalil" userId="82cd1ec2-6208-465b-9d4d-40ce8f0cbf96" providerId="ADAL" clId="{A408838F-B7D8-9C4B-BB2C-90501A19BDA5}" dt="2025-08-18T19:52:30.406" v="110" actId="478"/>
          <ac:spMkLst>
            <pc:docMk/>
            <pc:sldMasterMk cId="3027411274" sldId="2147483663"/>
            <ac:spMk id="5" creationId="{3F52D044-D209-0E3C-7E67-2B01597C82B3}"/>
          </ac:spMkLst>
        </pc:spChg>
        <pc:spChg chg="del">
          <ac:chgData name="Sam Khalil" userId="82cd1ec2-6208-465b-9d4d-40ce8f0cbf96" providerId="ADAL" clId="{A408838F-B7D8-9C4B-BB2C-90501A19BDA5}" dt="2025-08-18T19:52:30.406" v="110" actId="478"/>
          <ac:spMkLst>
            <pc:docMk/>
            <pc:sldMasterMk cId="3027411274" sldId="2147483663"/>
            <ac:spMk id="6" creationId="{0603E10C-1AB8-C559-CE14-591A84BAF679}"/>
          </ac:spMkLst>
        </pc:spChg>
        <pc:sldLayoutChg chg="new replId">
          <pc:chgData name="Sam Khalil" userId="82cd1ec2-6208-465b-9d4d-40ce8f0cbf96" providerId="ADAL" clId="{A408838F-B7D8-9C4B-BB2C-90501A19BDA5}" dt="2025-08-18T18:17:29.528" v="94" actId="6938"/>
          <pc:sldLayoutMkLst>
            <pc:docMk/>
            <pc:sldMasterMk cId="3027411274" sldId="2147483663"/>
            <pc:sldLayoutMk cId="3112083777" sldId="2147483664"/>
          </pc:sldLayoutMkLst>
        </pc:sldLayoutChg>
        <pc:sldLayoutChg chg="new replId">
          <pc:chgData name="Sam Khalil" userId="82cd1ec2-6208-465b-9d4d-40ce8f0cbf96" providerId="ADAL" clId="{A408838F-B7D8-9C4B-BB2C-90501A19BDA5}" dt="2025-08-18T18:17:29.528" v="94" actId="6938"/>
          <pc:sldLayoutMkLst>
            <pc:docMk/>
            <pc:sldMasterMk cId="3027411274" sldId="2147483663"/>
            <pc:sldLayoutMk cId="2817535959" sldId="2147483665"/>
          </pc:sldLayoutMkLst>
        </pc:sldLayoutChg>
        <pc:sldLayoutChg chg="new replId">
          <pc:chgData name="Sam Khalil" userId="82cd1ec2-6208-465b-9d4d-40ce8f0cbf96" providerId="ADAL" clId="{A408838F-B7D8-9C4B-BB2C-90501A19BDA5}" dt="2025-08-18T18:17:29.528" v="94" actId="6938"/>
          <pc:sldLayoutMkLst>
            <pc:docMk/>
            <pc:sldMasterMk cId="3027411274" sldId="2147483663"/>
            <pc:sldLayoutMk cId="2410776521" sldId="2147483666"/>
          </pc:sldLayoutMkLst>
        </pc:sldLayoutChg>
        <pc:sldLayoutChg chg="new replId">
          <pc:chgData name="Sam Khalil" userId="82cd1ec2-6208-465b-9d4d-40ce8f0cbf96" providerId="ADAL" clId="{A408838F-B7D8-9C4B-BB2C-90501A19BDA5}" dt="2025-08-18T18:17:29.528" v="94" actId="6938"/>
          <pc:sldLayoutMkLst>
            <pc:docMk/>
            <pc:sldMasterMk cId="3027411274" sldId="2147483663"/>
            <pc:sldLayoutMk cId="3779141616" sldId="2147483667"/>
          </pc:sldLayoutMkLst>
        </pc:sldLayoutChg>
        <pc:sldLayoutChg chg="new replId">
          <pc:chgData name="Sam Khalil" userId="82cd1ec2-6208-465b-9d4d-40ce8f0cbf96" providerId="ADAL" clId="{A408838F-B7D8-9C4B-BB2C-90501A19BDA5}" dt="2025-08-18T18:17:29.528" v="94" actId="6938"/>
          <pc:sldLayoutMkLst>
            <pc:docMk/>
            <pc:sldMasterMk cId="3027411274" sldId="2147483663"/>
            <pc:sldLayoutMk cId="3960808188" sldId="2147483668"/>
          </pc:sldLayoutMkLst>
        </pc:sldLayoutChg>
        <pc:sldLayoutChg chg="new replId">
          <pc:chgData name="Sam Khalil" userId="82cd1ec2-6208-465b-9d4d-40ce8f0cbf96" providerId="ADAL" clId="{A408838F-B7D8-9C4B-BB2C-90501A19BDA5}" dt="2025-08-18T18:17:29.528" v="94" actId="6938"/>
          <pc:sldLayoutMkLst>
            <pc:docMk/>
            <pc:sldMasterMk cId="3027411274" sldId="2147483663"/>
            <pc:sldLayoutMk cId="3546514005" sldId="2147483669"/>
          </pc:sldLayoutMkLst>
        </pc:sldLayoutChg>
        <pc:sldLayoutChg chg="new replId">
          <pc:chgData name="Sam Khalil" userId="82cd1ec2-6208-465b-9d4d-40ce8f0cbf96" providerId="ADAL" clId="{A408838F-B7D8-9C4B-BB2C-90501A19BDA5}" dt="2025-08-18T18:17:29.528" v="94" actId="6938"/>
          <pc:sldLayoutMkLst>
            <pc:docMk/>
            <pc:sldMasterMk cId="3027411274" sldId="2147483663"/>
            <pc:sldLayoutMk cId="2530882005" sldId="2147483670"/>
          </pc:sldLayoutMkLst>
        </pc:sldLayoutChg>
        <pc:sldLayoutChg chg="new replId">
          <pc:chgData name="Sam Khalil" userId="82cd1ec2-6208-465b-9d4d-40ce8f0cbf96" providerId="ADAL" clId="{A408838F-B7D8-9C4B-BB2C-90501A19BDA5}" dt="2025-08-18T18:17:29.528" v="94" actId="6938"/>
          <pc:sldLayoutMkLst>
            <pc:docMk/>
            <pc:sldMasterMk cId="3027411274" sldId="2147483663"/>
            <pc:sldLayoutMk cId="3146602872" sldId="2147483671"/>
          </pc:sldLayoutMkLst>
        </pc:sldLayoutChg>
        <pc:sldLayoutChg chg="new replId">
          <pc:chgData name="Sam Khalil" userId="82cd1ec2-6208-465b-9d4d-40ce8f0cbf96" providerId="ADAL" clId="{A408838F-B7D8-9C4B-BB2C-90501A19BDA5}" dt="2025-08-18T18:17:29.528" v="94" actId="6938"/>
          <pc:sldLayoutMkLst>
            <pc:docMk/>
            <pc:sldMasterMk cId="3027411274" sldId="2147483663"/>
            <pc:sldLayoutMk cId="4075375292" sldId="2147483672"/>
          </pc:sldLayoutMkLst>
        </pc:sldLayoutChg>
        <pc:sldLayoutChg chg="new replId">
          <pc:chgData name="Sam Khalil" userId="82cd1ec2-6208-465b-9d4d-40ce8f0cbf96" providerId="ADAL" clId="{A408838F-B7D8-9C4B-BB2C-90501A19BDA5}" dt="2025-08-18T18:17:29.528" v="94" actId="6938"/>
          <pc:sldLayoutMkLst>
            <pc:docMk/>
            <pc:sldMasterMk cId="3027411274" sldId="2147483663"/>
            <pc:sldLayoutMk cId="1365327612" sldId="2147483673"/>
          </pc:sldLayoutMkLst>
        </pc:sldLayoutChg>
        <pc:sldLayoutChg chg="new replId">
          <pc:chgData name="Sam Khalil" userId="82cd1ec2-6208-465b-9d4d-40ce8f0cbf96" providerId="ADAL" clId="{A408838F-B7D8-9C4B-BB2C-90501A19BDA5}" dt="2025-08-18T18:17:29.528" v="94" actId="6938"/>
          <pc:sldLayoutMkLst>
            <pc:docMk/>
            <pc:sldMasterMk cId="3027411274" sldId="2147483663"/>
            <pc:sldLayoutMk cId="3962111510" sldId="2147483674"/>
          </pc:sldLayoutMkLst>
        </pc:sldLayoutChg>
        <pc:sldLayoutChg chg="modSp">
          <pc:chgData name="Sam Khalil" userId="82cd1ec2-6208-465b-9d4d-40ce8f0cbf96" providerId="ADAL" clId="{A408838F-B7D8-9C4B-BB2C-90501A19BDA5}" dt="2025-08-18T18:18:09.540" v="101" actId="113"/>
          <pc:sldLayoutMkLst>
            <pc:docMk/>
            <pc:sldMasterMk cId="3027411274" sldId="2147483663"/>
            <pc:sldLayoutMk cId="240012703" sldId="2147483675"/>
          </pc:sldLayoutMkLst>
          <pc:spChg chg="mod">
            <ac:chgData name="Sam Khalil" userId="82cd1ec2-6208-465b-9d4d-40ce8f0cbf96" providerId="ADAL" clId="{A408838F-B7D8-9C4B-BB2C-90501A19BDA5}" dt="2025-08-18T18:18:05.284" v="99" actId="113"/>
            <ac:spMkLst>
              <pc:docMk/>
              <pc:sldMasterMk cId="3027411274" sldId="2147483663"/>
              <pc:sldLayoutMk cId="240012703" sldId="2147483675"/>
              <ac:spMk id="8" creationId="{7C937183-162F-90C6-4DA8-CCB98B5EA464}"/>
            </ac:spMkLst>
          </pc:spChg>
          <pc:spChg chg="mod">
            <ac:chgData name="Sam Khalil" userId="82cd1ec2-6208-465b-9d4d-40ce8f0cbf96" providerId="ADAL" clId="{A408838F-B7D8-9C4B-BB2C-90501A19BDA5}" dt="2025-08-18T18:18:09.540" v="101" actId="113"/>
            <ac:spMkLst>
              <pc:docMk/>
              <pc:sldMasterMk cId="3027411274" sldId="2147483663"/>
              <pc:sldLayoutMk cId="240012703" sldId="2147483675"/>
              <ac:spMk id="14" creationId="{30F68B86-30E2-BE55-CBE5-D183A5E456B7}"/>
            </ac:spMkLst>
          </pc:spChg>
        </pc:sldLayoutChg>
      </pc:sldMasterChg>
      <pc:sldMasterChg chg="delSp new mod addSldLayout modSldLayout">
        <pc:chgData name="Sam Khalil" userId="82cd1ec2-6208-465b-9d4d-40ce8f0cbf96" providerId="ADAL" clId="{A408838F-B7D8-9C4B-BB2C-90501A19BDA5}" dt="2025-08-18T23:18:26.082" v="717" actId="12"/>
        <pc:sldMasterMkLst>
          <pc:docMk/>
          <pc:sldMasterMk cId="2617004005" sldId="2147483676"/>
        </pc:sldMasterMkLst>
        <pc:spChg chg="del">
          <ac:chgData name="Sam Khalil" userId="82cd1ec2-6208-465b-9d4d-40ce8f0cbf96" providerId="ADAL" clId="{A408838F-B7D8-9C4B-BB2C-90501A19BDA5}" dt="2025-08-18T19:52:47.327" v="114" actId="478"/>
          <ac:spMkLst>
            <pc:docMk/>
            <pc:sldMasterMk cId="2617004005" sldId="2147483676"/>
            <ac:spMk id="2" creationId="{8289A926-9D2B-3D30-0C05-0DE11762D4E6}"/>
          </ac:spMkLst>
        </pc:spChg>
        <pc:spChg chg="del">
          <ac:chgData name="Sam Khalil" userId="82cd1ec2-6208-465b-9d4d-40ce8f0cbf96" providerId="ADAL" clId="{A408838F-B7D8-9C4B-BB2C-90501A19BDA5}" dt="2025-08-18T19:52:47.327" v="114" actId="478"/>
          <ac:spMkLst>
            <pc:docMk/>
            <pc:sldMasterMk cId="2617004005" sldId="2147483676"/>
            <ac:spMk id="3" creationId="{BED7952C-159A-67D0-820C-DEDB33CF55E9}"/>
          </ac:spMkLst>
        </pc:spChg>
        <pc:spChg chg="del">
          <ac:chgData name="Sam Khalil" userId="82cd1ec2-6208-465b-9d4d-40ce8f0cbf96" providerId="ADAL" clId="{A408838F-B7D8-9C4B-BB2C-90501A19BDA5}" dt="2025-08-18T19:52:47.327" v="114" actId="478"/>
          <ac:spMkLst>
            <pc:docMk/>
            <pc:sldMasterMk cId="2617004005" sldId="2147483676"/>
            <ac:spMk id="4" creationId="{22993207-986F-16D9-9812-51C277937F45}"/>
          </ac:spMkLst>
        </pc:spChg>
        <pc:spChg chg="del">
          <ac:chgData name="Sam Khalil" userId="82cd1ec2-6208-465b-9d4d-40ce8f0cbf96" providerId="ADAL" clId="{A408838F-B7D8-9C4B-BB2C-90501A19BDA5}" dt="2025-08-18T19:52:47.327" v="114" actId="478"/>
          <ac:spMkLst>
            <pc:docMk/>
            <pc:sldMasterMk cId="2617004005" sldId="2147483676"/>
            <ac:spMk id="5" creationId="{FED6426F-2530-29E9-1981-1589E0F5910F}"/>
          </ac:spMkLst>
        </pc:spChg>
        <pc:spChg chg="del">
          <ac:chgData name="Sam Khalil" userId="82cd1ec2-6208-465b-9d4d-40ce8f0cbf96" providerId="ADAL" clId="{A408838F-B7D8-9C4B-BB2C-90501A19BDA5}" dt="2025-08-18T19:52:47.327" v="114" actId="478"/>
          <ac:spMkLst>
            <pc:docMk/>
            <pc:sldMasterMk cId="2617004005" sldId="2147483676"/>
            <ac:spMk id="6" creationId="{57E44F3F-0A5A-A8ED-FDDC-9E077A8DA622}"/>
          </ac:spMkLst>
        </pc:spChg>
        <pc:sldLayoutChg chg="new replId">
          <pc:chgData name="Sam Khalil" userId="82cd1ec2-6208-465b-9d4d-40ce8f0cbf96" providerId="ADAL" clId="{A408838F-B7D8-9C4B-BB2C-90501A19BDA5}" dt="2025-08-18T19:52:33.538" v="111" actId="6938"/>
          <pc:sldLayoutMkLst>
            <pc:docMk/>
            <pc:sldMasterMk cId="2617004005" sldId="2147483676"/>
            <pc:sldLayoutMk cId="3846605614" sldId="2147483677"/>
          </pc:sldLayoutMkLst>
        </pc:sldLayoutChg>
        <pc:sldLayoutChg chg="new replId">
          <pc:chgData name="Sam Khalil" userId="82cd1ec2-6208-465b-9d4d-40ce8f0cbf96" providerId="ADAL" clId="{A408838F-B7D8-9C4B-BB2C-90501A19BDA5}" dt="2025-08-18T19:52:33.538" v="111" actId="6938"/>
          <pc:sldLayoutMkLst>
            <pc:docMk/>
            <pc:sldMasterMk cId="2617004005" sldId="2147483676"/>
            <pc:sldLayoutMk cId="614970469" sldId="2147483678"/>
          </pc:sldLayoutMkLst>
        </pc:sldLayoutChg>
        <pc:sldLayoutChg chg="new replId">
          <pc:chgData name="Sam Khalil" userId="82cd1ec2-6208-465b-9d4d-40ce8f0cbf96" providerId="ADAL" clId="{A408838F-B7D8-9C4B-BB2C-90501A19BDA5}" dt="2025-08-18T19:52:33.538" v="111" actId="6938"/>
          <pc:sldLayoutMkLst>
            <pc:docMk/>
            <pc:sldMasterMk cId="2617004005" sldId="2147483676"/>
            <pc:sldLayoutMk cId="3781041087" sldId="2147483679"/>
          </pc:sldLayoutMkLst>
        </pc:sldLayoutChg>
        <pc:sldLayoutChg chg="new replId">
          <pc:chgData name="Sam Khalil" userId="82cd1ec2-6208-465b-9d4d-40ce8f0cbf96" providerId="ADAL" clId="{A408838F-B7D8-9C4B-BB2C-90501A19BDA5}" dt="2025-08-18T19:52:33.538" v="111" actId="6938"/>
          <pc:sldLayoutMkLst>
            <pc:docMk/>
            <pc:sldMasterMk cId="2617004005" sldId="2147483676"/>
            <pc:sldLayoutMk cId="3631929629" sldId="2147483680"/>
          </pc:sldLayoutMkLst>
        </pc:sldLayoutChg>
        <pc:sldLayoutChg chg="new replId">
          <pc:chgData name="Sam Khalil" userId="82cd1ec2-6208-465b-9d4d-40ce8f0cbf96" providerId="ADAL" clId="{A408838F-B7D8-9C4B-BB2C-90501A19BDA5}" dt="2025-08-18T19:52:33.538" v="111" actId="6938"/>
          <pc:sldLayoutMkLst>
            <pc:docMk/>
            <pc:sldMasterMk cId="2617004005" sldId="2147483676"/>
            <pc:sldLayoutMk cId="1672039464" sldId="2147483681"/>
          </pc:sldLayoutMkLst>
        </pc:sldLayoutChg>
        <pc:sldLayoutChg chg="new replId">
          <pc:chgData name="Sam Khalil" userId="82cd1ec2-6208-465b-9d4d-40ce8f0cbf96" providerId="ADAL" clId="{A408838F-B7D8-9C4B-BB2C-90501A19BDA5}" dt="2025-08-18T19:52:33.538" v="111" actId="6938"/>
          <pc:sldLayoutMkLst>
            <pc:docMk/>
            <pc:sldMasterMk cId="2617004005" sldId="2147483676"/>
            <pc:sldLayoutMk cId="728223633" sldId="2147483682"/>
          </pc:sldLayoutMkLst>
        </pc:sldLayoutChg>
        <pc:sldLayoutChg chg="new replId">
          <pc:chgData name="Sam Khalil" userId="82cd1ec2-6208-465b-9d4d-40ce8f0cbf96" providerId="ADAL" clId="{A408838F-B7D8-9C4B-BB2C-90501A19BDA5}" dt="2025-08-18T19:52:33.538" v="111" actId="6938"/>
          <pc:sldLayoutMkLst>
            <pc:docMk/>
            <pc:sldMasterMk cId="2617004005" sldId="2147483676"/>
            <pc:sldLayoutMk cId="3795348875" sldId="2147483683"/>
          </pc:sldLayoutMkLst>
        </pc:sldLayoutChg>
        <pc:sldLayoutChg chg="new replId">
          <pc:chgData name="Sam Khalil" userId="82cd1ec2-6208-465b-9d4d-40ce8f0cbf96" providerId="ADAL" clId="{A408838F-B7D8-9C4B-BB2C-90501A19BDA5}" dt="2025-08-18T19:52:33.538" v="111" actId="6938"/>
          <pc:sldLayoutMkLst>
            <pc:docMk/>
            <pc:sldMasterMk cId="2617004005" sldId="2147483676"/>
            <pc:sldLayoutMk cId="2124773978" sldId="2147483684"/>
          </pc:sldLayoutMkLst>
        </pc:sldLayoutChg>
        <pc:sldLayoutChg chg="new replId">
          <pc:chgData name="Sam Khalil" userId="82cd1ec2-6208-465b-9d4d-40ce8f0cbf96" providerId="ADAL" clId="{A408838F-B7D8-9C4B-BB2C-90501A19BDA5}" dt="2025-08-18T19:52:33.538" v="111" actId="6938"/>
          <pc:sldLayoutMkLst>
            <pc:docMk/>
            <pc:sldMasterMk cId="2617004005" sldId="2147483676"/>
            <pc:sldLayoutMk cId="187202455" sldId="2147483685"/>
          </pc:sldLayoutMkLst>
        </pc:sldLayoutChg>
        <pc:sldLayoutChg chg="new replId">
          <pc:chgData name="Sam Khalil" userId="82cd1ec2-6208-465b-9d4d-40ce8f0cbf96" providerId="ADAL" clId="{A408838F-B7D8-9C4B-BB2C-90501A19BDA5}" dt="2025-08-18T19:52:33.538" v="111" actId="6938"/>
          <pc:sldLayoutMkLst>
            <pc:docMk/>
            <pc:sldMasterMk cId="2617004005" sldId="2147483676"/>
            <pc:sldLayoutMk cId="2514105602" sldId="2147483686"/>
          </pc:sldLayoutMkLst>
        </pc:sldLayoutChg>
        <pc:sldLayoutChg chg="new replId">
          <pc:chgData name="Sam Khalil" userId="82cd1ec2-6208-465b-9d4d-40ce8f0cbf96" providerId="ADAL" clId="{A408838F-B7D8-9C4B-BB2C-90501A19BDA5}" dt="2025-08-18T19:52:33.538" v="111" actId="6938"/>
          <pc:sldLayoutMkLst>
            <pc:docMk/>
            <pc:sldMasterMk cId="2617004005" sldId="2147483676"/>
            <pc:sldLayoutMk cId="1309391717" sldId="2147483687"/>
          </pc:sldLayoutMkLst>
        </pc:sldLayoutChg>
        <pc:sldLayoutChg chg="addSp delSp modSp mod modAnim">
          <pc:chgData name="Sam Khalil" userId="82cd1ec2-6208-465b-9d4d-40ce8f0cbf96" providerId="ADAL" clId="{A408838F-B7D8-9C4B-BB2C-90501A19BDA5}" dt="2025-08-18T23:18:26.082" v="717" actId="12"/>
          <pc:sldLayoutMkLst>
            <pc:docMk/>
            <pc:sldMasterMk cId="2617004005" sldId="2147483676"/>
            <pc:sldLayoutMk cId="4137649368" sldId="2147483688"/>
          </pc:sldLayoutMkLst>
          <pc:spChg chg="add del">
            <ac:chgData name="Sam Khalil" userId="82cd1ec2-6208-465b-9d4d-40ce8f0cbf96" providerId="ADAL" clId="{A408838F-B7D8-9C4B-BB2C-90501A19BDA5}" dt="2025-08-18T21:55:01.358" v="674" actId="478"/>
            <ac:spMkLst>
              <pc:docMk/>
              <pc:sldMasterMk cId="2617004005" sldId="2147483676"/>
              <pc:sldLayoutMk cId="4137649368" sldId="2147483688"/>
              <ac:spMk id="3" creationId="{2DD069AF-AA03-98E2-7DDF-64849CC11217}"/>
            </ac:spMkLst>
          </pc:spChg>
          <pc:spChg chg="add del mod">
            <ac:chgData name="Sam Khalil" userId="82cd1ec2-6208-465b-9d4d-40ce8f0cbf96" providerId="ADAL" clId="{A408838F-B7D8-9C4B-BB2C-90501A19BDA5}" dt="2025-08-18T21:39:03.469" v="422"/>
            <ac:spMkLst>
              <pc:docMk/>
              <pc:sldMasterMk cId="2617004005" sldId="2147483676"/>
              <pc:sldLayoutMk cId="4137649368" sldId="2147483688"/>
              <ac:spMk id="3" creationId="{5E2EFBFD-FD32-0823-C7A7-FD8D607F5A8B}"/>
            </ac:spMkLst>
          </pc:spChg>
          <pc:spChg chg="add del">
            <ac:chgData name="Sam Khalil" userId="82cd1ec2-6208-465b-9d4d-40ce8f0cbf96" providerId="ADAL" clId="{A408838F-B7D8-9C4B-BB2C-90501A19BDA5}" dt="2025-08-18T19:55:00.485" v="206" actId="11529"/>
            <ac:spMkLst>
              <pc:docMk/>
              <pc:sldMasterMk cId="2617004005" sldId="2147483676"/>
              <pc:sldLayoutMk cId="4137649368" sldId="2147483688"/>
              <ac:spMk id="3" creationId="{8DE278F5-9DA6-E56E-2DB8-40E2A1A5D0B2}"/>
            </ac:spMkLst>
          </pc:spChg>
          <pc:spChg chg="add del mod">
            <ac:chgData name="Sam Khalil" userId="82cd1ec2-6208-465b-9d4d-40ce8f0cbf96" providerId="ADAL" clId="{A408838F-B7D8-9C4B-BB2C-90501A19BDA5}" dt="2025-08-18T19:56:40.639" v="250" actId="478"/>
            <ac:spMkLst>
              <pc:docMk/>
              <pc:sldMasterMk cId="2617004005" sldId="2147483676"/>
              <pc:sldLayoutMk cId="4137649368" sldId="2147483688"/>
              <ac:spMk id="4" creationId="{BD9D976F-608C-891A-C8A4-852F764325A8}"/>
            </ac:spMkLst>
          </pc:spChg>
          <pc:spChg chg="mod">
            <ac:chgData name="Sam Khalil" userId="82cd1ec2-6208-465b-9d4d-40ce8f0cbf96" providerId="ADAL" clId="{A408838F-B7D8-9C4B-BB2C-90501A19BDA5}" dt="2025-08-18T19:54:07.758" v="203" actId="14100"/>
            <ac:spMkLst>
              <pc:docMk/>
              <pc:sldMasterMk cId="2617004005" sldId="2147483676"/>
              <pc:sldLayoutMk cId="4137649368" sldId="2147483688"/>
              <ac:spMk id="5" creationId="{8DE46199-3F16-0710-FE76-DF89EFAFC53C}"/>
            </ac:spMkLst>
          </pc:spChg>
          <pc:spChg chg="add del">
            <ac:chgData name="Sam Khalil" userId="82cd1ec2-6208-465b-9d4d-40ce8f0cbf96" providerId="ADAL" clId="{A408838F-B7D8-9C4B-BB2C-90501A19BDA5}" dt="2025-08-18T19:57:35.534" v="277" actId="11529"/>
            <ac:spMkLst>
              <pc:docMk/>
              <pc:sldMasterMk cId="2617004005" sldId="2147483676"/>
              <pc:sldLayoutMk cId="4137649368" sldId="2147483688"/>
              <ac:spMk id="6" creationId="{8122688B-8212-E4CB-BBE2-50F270A656DE}"/>
            </ac:spMkLst>
          </pc:spChg>
          <pc:spChg chg="add mod modVis">
            <ac:chgData name="Sam Khalil" userId="82cd1ec2-6208-465b-9d4d-40ce8f0cbf96" providerId="ADAL" clId="{A408838F-B7D8-9C4B-BB2C-90501A19BDA5}" dt="2025-08-18T23:18:26.082" v="717" actId="12"/>
            <ac:spMkLst>
              <pc:docMk/>
              <pc:sldMasterMk cId="2617004005" sldId="2147483676"/>
              <pc:sldLayoutMk cId="4137649368" sldId="2147483688"/>
              <ac:spMk id="7" creationId="{A0B1F4EB-8D14-F68A-E836-A662F015099C}"/>
            </ac:spMkLst>
          </pc:spChg>
          <pc:spChg chg="mod">
            <ac:chgData name="Sam Khalil" userId="82cd1ec2-6208-465b-9d4d-40ce8f0cbf96" providerId="ADAL" clId="{A408838F-B7D8-9C4B-BB2C-90501A19BDA5}" dt="2025-08-18T19:53:03.075" v="142" actId="20577"/>
            <ac:spMkLst>
              <pc:docMk/>
              <pc:sldMasterMk cId="2617004005" sldId="2147483676"/>
              <pc:sldLayoutMk cId="4137649368" sldId="2147483688"/>
              <ac:spMk id="8" creationId="{7C937183-162F-90C6-4DA8-CCB98B5EA464}"/>
            </ac:spMkLst>
          </pc:spChg>
          <pc:spChg chg="add del">
            <ac:chgData name="Sam Khalil" userId="82cd1ec2-6208-465b-9d4d-40ce8f0cbf96" providerId="ADAL" clId="{A408838F-B7D8-9C4B-BB2C-90501A19BDA5}" dt="2025-08-18T19:58:50.966" v="319" actId="11529"/>
            <ac:spMkLst>
              <pc:docMk/>
              <pc:sldMasterMk cId="2617004005" sldId="2147483676"/>
              <pc:sldLayoutMk cId="4137649368" sldId="2147483688"/>
              <ac:spMk id="9" creationId="{8C54C2AC-7212-E7B4-40F3-7891E7F40CA9}"/>
            </ac:spMkLst>
          </pc:spChg>
          <pc:spChg chg="add mod modVis">
            <ac:chgData name="Sam Khalil" userId="82cd1ec2-6208-465b-9d4d-40ce8f0cbf96" providerId="ADAL" clId="{A408838F-B7D8-9C4B-BB2C-90501A19BDA5}" dt="2025-08-18T20:02:14.536" v="413" actId="962"/>
            <ac:spMkLst>
              <pc:docMk/>
              <pc:sldMasterMk cId="2617004005" sldId="2147483676"/>
              <pc:sldLayoutMk cId="4137649368" sldId="2147483688"/>
              <ac:spMk id="11" creationId="{E70164CD-CA40-B0B6-0A4A-6B821AD8544E}"/>
            </ac:spMkLst>
          </pc:spChg>
          <pc:spChg chg="del mod">
            <ac:chgData name="Sam Khalil" userId="82cd1ec2-6208-465b-9d4d-40ce8f0cbf96" providerId="ADAL" clId="{A408838F-B7D8-9C4B-BB2C-90501A19BDA5}" dt="2025-08-18T19:58:05.587" v="301" actId="478"/>
            <ac:spMkLst>
              <pc:docMk/>
              <pc:sldMasterMk cId="2617004005" sldId="2147483676"/>
              <pc:sldLayoutMk cId="4137649368" sldId="2147483688"/>
              <ac:spMk id="14" creationId="{30F68B86-30E2-BE55-CBE5-D183A5E456B7}"/>
            </ac:spMkLst>
          </pc:spChg>
          <pc:spChg chg="del mod">
            <ac:chgData name="Sam Khalil" userId="82cd1ec2-6208-465b-9d4d-40ce8f0cbf96" providerId="ADAL" clId="{A408838F-B7D8-9C4B-BB2C-90501A19BDA5}" dt="2025-08-18T19:59:29.627" v="356" actId="478"/>
            <ac:spMkLst>
              <pc:docMk/>
              <pc:sldMasterMk cId="2617004005" sldId="2147483676"/>
              <pc:sldLayoutMk cId="4137649368" sldId="2147483688"/>
              <ac:spMk id="16" creationId="{72233469-13E5-46D5-D271-920233949111}"/>
            </ac:spMkLst>
          </pc:spChg>
          <pc:spChg chg="mod">
            <ac:chgData name="Sam Khalil" userId="82cd1ec2-6208-465b-9d4d-40ce8f0cbf96" providerId="ADAL" clId="{A408838F-B7D8-9C4B-BB2C-90501A19BDA5}" dt="2025-08-18T21:55:38.057" v="702"/>
            <ac:spMkLst>
              <pc:docMk/>
              <pc:sldMasterMk cId="2617004005" sldId="2147483676"/>
              <pc:sldLayoutMk cId="4137649368" sldId="2147483688"/>
              <ac:spMk id="17" creationId="{FC877943-702C-2C98-715B-628065B35A0E}"/>
            </ac:spMkLst>
          </pc:spChg>
          <pc:spChg chg="mod">
            <ac:chgData name="Sam Khalil" userId="82cd1ec2-6208-465b-9d4d-40ce8f0cbf96" providerId="ADAL" clId="{A408838F-B7D8-9C4B-BB2C-90501A19BDA5}" dt="2025-08-18T21:55:33.707" v="700" actId="20577"/>
            <ac:spMkLst>
              <pc:docMk/>
              <pc:sldMasterMk cId="2617004005" sldId="2147483676"/>
              <pc:sldLayoutMk cId="4137649368" sldId="2147483688"/>
              <ac:spMk id="18" creationId="{CE374272-FB03-5745-957C-1E272EF9C6E6}"/>
            </ac:spMkLst>
          </pc:spChg>
          <pc:spChg chg="mod">
            <ac:chgData name="Sam Khalil" userId="82cd1ec2-6208-465b-9d4d-40ce8f0cbf96" providerId="ADAL" clId="{A408838F-B7D8-9C4B-BB2C-90501A19BDA5}" dt="2025-08-18T21:42:59.229" v="477" actId="20577"/>
            <ac:spMkLst>
              <pc:docMk/>
              <pc:sldMasterMk cId="2617004005" sldId="2147483676"/>
              <pc:sldLayoutMk cId="4137649368" sldId="2147483688"/>
              <ac:spMk id="19" creationId="{6D1B7375-5F54-EFBA-A3DC-CC26AEA91079}"/>
            </ac:spMkLst>
          </pc:spChg>
          <pc:spChg chg="mod">
            <ac:chgData name="Sam Khalil" userId="82cd1ec2-6208-465b-9d4d-40ce8f0cbf96" providerId="ADAL" clId="{A408838F-B7D8-9C4B-BB2C-90501A19BDA5}" dt="2025-08-18T23:18:07.322" v="716" actId="20577"/>
            <ac:spMkLst>
              <pc:docMk/>
              <pc:sldMasterMk cId="2617004005" sldId="2147483676"/>
              <pc:sldLayoutMk cId="4137649368" sldId="2147483688"/>
              <ac:spMk id="20" creationId="{879E0EED-BB65-B363-87D2-A64A6D3D0B95}"/>
            </ac:spMkLst>
          </pc:spChg>
          <pc:picChg chg="mod modVis">
            <ac:chgData name="Sam Khalil" userId="82cd1ec2-6208-465b-9d4d-40ce8f0cbf96" providerId="ADAL" clId="{A408838F-B7D8-9C4B-BB2C-90501A19BDA5}" dt="2025-08-18T21:44:29.120" v="510" actId="1076"/>
            <ac:picMkLst>
              <pc:docMk/>
              <pc:sldMasterMk cId="2617004005" sldId="2147483676"/>
              <pc:sldLayoutMk cId="4137649368" sldId="2147483688"/>
              <ac:picMk id="12" creationId="{0FCF0275-0302-821A-0F11-5E32511BA5F5}"/>
            </ac:picMkLst>
          </pc:picChg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 side of the brochure with Text and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Main front page">
            <a:extLst>
              <a:ext uri="{FF2B5EF4-FFF2-40B4-BE49-F238E27FC236}">
                <a16:creationId xmlns:a16="http://schemas.microsoft.com/office/drawing/2014/main" id="{8DE46199-3F16-0710-FE76-DF89EFAFC53C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6096000" y="-1154"/>
            <a:ext cx="3041650" cy="647339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rgbClr val="002060"/>
                </a:solidFill>
                <a:latin typeface="Helvetica" pitchFamily="2" charset="0"/>
              </a:defRPr>
            </a:lvl1pPr>
          </a:lstStyle>
          <a:p>
            <a:r>
              <a:rPr lang="en-US" dirty="0"/>
              <a:t>Picture that will go on main page behind some graphics</a:t>
            </a:r>
          </a:p>
        </p:txBody>
      </p:sp>
      <p:sp>
        <p:nvSpPr>
          <p:cNvPr id="2" name="LOCKED_Background_1">
            <a:extLst>
              <a:ext uri="{FF2B5EF4-FFF2-40B4-BE49-F238E27FC236}">
                <a16:creationId xmlns:a16="http://schemas.microsoft.com/office/drawing/2014/main" id="{FAE8B0CF-B369-8FCC-E5EF-6093E1202E9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7937"/>
            <a:ext cx="12192000" cy="6464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>
                <a:latin typeface="Helvetica" pitchFamily="2" charset="0"/>
              </a:defRPr>
            </a:lvl1pPr>
          </a:lstStyle>
          <a:p>
            <a:r>
              <a:rPr lang="en-US" dirty="0"/>
              <a:t>The main background needs to be inserted here</a:t>
            </a:r>
          </a:p>
        </p:txBody>
      </p:sp>
      <p:pic>
        <p:nvPicPr>
          <p:cNvPr id="12" name="Original Triangles" descr="A blue and white cover with a black and white triangle&#10;&#10;AI-generated content may be incorrect.">
            <a:extLst>
              <a:ext uri="{FF2B5EF4-FFF2-40B4-BE49-F238E27FC236}">
                <a16:creationId xmlns:a16="http://schemas.microsoft.com/office/drawing/2014/main" id="{0FCF0275-0302-821A-0F11-5E32511BA5F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154"/>
            <a:ext cx="12191999" cy="6465454"/>
          </a:xfrm>
          <a:prstGeom prst="rect">
            <a:avLst/>
          </a:prstGeom>
        </p:spPr>
      </p:pic>
      <p:sp>
        <p:nvSpPr>
          <p:cNvPr id="10" name="References Title">
            <a:extLst>
              <a:ext uri="{FF2B5EF4-FFF2-40B4-BE49-F238E27FC236}">
                <a16:creationId xmlns:a16="http://schemas.microsoft.com/office/drawing/2014/main" id="{606817A1-2984-1964-DA47-FB67C5CF571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288438" y="4127377"/>
            <a:ext cx="2459038" cy="1428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500" b="1">
                <a:solidFill>
                  <a:srgbClr val="002060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 dirty="0"/>
              <a:t>REFERENCES</a:t>
            </a:r>
          </a:p>
        </p:txBody>
      </p:sp>
      <p:sp>
        <p:nvSpPr>
          <p:cNvPr id="8" name="Ascensia Service Phone number">
            <a:extLst>
              <a:ext uri="{FF2B5EF4-FFF2-40B4-BE49-F238E27FC236}">
                <a16:creationId xmlns:a16="http://schemas.microsoft.com/office/drawing/2014/main" id="{7C937183-162F-90C6-4DA8-CCB98B5EA46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329741" y="3271091"/>
            <a:ext cx="2446337" cy="6223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000" b="1">
                <a:solidFill>
                  <a:srgbClr val="002060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 dirty="0"/>
              <a:t>Ascensia Contact information</a:t>
            </a:r>
          </a:p>
          <a:p>
            <a:pPr lvl="0"/>
            <a:endParaRPr lang="en-US" dirty="0"/>
          </a:p>
        </p:txBody>
      </p:sp>
      <p:sp>
        <p:nvSpPr>
          <p:cNvPr id="18" name="HTML content leaflet front left far side">
            <a:extLst>
              <a:ext uri="{FF2B5EF4-FFF2-40B4-BE49-F238E27FC236}">
                <a16:creationId xmlns:a16="http://schemas.microsoft.com/office/drawing/2014/main" id="{CE374272-FB03-5745-957C-1E272EF9C6E6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111125" y="349250"/>
            <a:ext cx="2719388" cy="61071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aseline="0">
                <a:solidFill>
                  <a:srgbClr val="FFFFFF"/>
                </a:solidFill>
                <a:latin typeface="Helvetica" pitchFamily="2" charset="0"/>
              </a:defRPr>
            </a:lvl1pPr>
          </a:lstStyle>
          <a:p>
            <a:r>
              <a:rPr lang="en-US" dirty="0"/>
              <a:t>HTML content to be inserted here, keep very minimal, this will be on a dark background so light colors and transparent background. Favor Large icons and large text.</a:t>
            </a:r>
            <a:br>
              <a:rPr lang="en-US" dirty="0"/>
            </a:br>
            <a:r>
              <a:rPr lang="en-US" dirty="0"/>
              <a:t>Should be 430x920 </a:t>
            </a:r>
            <a:r>
              <a:rPr lang="en-US" dirty="0" err="1"/>
              <a:t>px</a:t>
            </a:r>
            <a:r>
              <a:rPr lang="en-US" dirty="0"/>
              <a:t>.</a:t>
            </a:r>
          </a:p>
        </p:txBody>
      </p:sp>
      <p:sp>
        <p:nvSpPr>
          <p:cNvPr id="17" name="HTML content leaflet front right far side">
            <a:extLst>
              <a:ext uri="{FF2B5EF4-FFF2-40B4-BE49-F238E27FC236}">
                <a16:creationId xmlns:a16="http://schemas.microsoft.com/office/drawing/2014/main" id="{FC877943-702C-2C98-715B-628065B35A0E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9352431" y="348944"/>
            <a:ext cx="2719388" cy="6107113"/>
          </a:xfrm>
          <a:prstGeom prst="rect">
            <a:avLst/>
          </a:prstGeom>
        </p:spPr>
        <p:txBody>
          <a:bodyPr/>
          <a:lstStyle>
            <a:lvl1pPr marL="0" marR="0" indent="0" algn="l" defTabSz="861913" rtl="0" eaLnBrk="1" fontAlgn="auto" latinLnBrk="0" hangingPunct="1">
              <a:lnSpc>
                <a:spcPct val="90000"/>
              </a:lnSpc>
              <a:spcBef>
                <a:spcPts val="94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400" noProof="0" dirty="0" smtClean="0">
                <a:solidFill>
                  <a:srgbClr val="FFFFFF"/>
                </a:solidFill>
                <a:latin typeface="Helvetica" pitchFamily="2" charset="0"/>
              </a:defRPr>
            </a:lvl1pPr>
          </a:lstStyle>
          <a:p>
            <a:r>
              <a:rPr lang="en-US" dirty="0"/>
              <a:t>HTML content to be inserted here, keep very minimal, this will be on a dark background so light colors and transparent background. Favor Large icons and large text.</a:t>
            </a:r>
          </a:p>
          <a:p>
            <a:r>
              <a:rPr lang="en-US" dirty="0"/>
              <a:t>Should be 430x920 </a:t>
            </a:r>
            <a:r>
              <a:rPr lang="en-US" dirty="0" err="1"/>
              <a:t>px</a:t>
            </a:r>
            <a:r>
              <a:rPr lang="en-US" dirty="0"/>
              <a:t>.</a:t>
            </a:r>
          </a:p>
        </p:txBody>
      </p:sp>
      <p:sp>
        <p:nvSpPr>
          <p:cNvPr id="19" name="Main Subtitle">
            <a:extLst>
              <a:ext uri="{FF2B5EF4-FFF2-40B4-BE49-F238E27FC236}">
                <a16:creationId xmlns:a16="http://schemas.microsoft.com/office/drawing/2014/main" id="{6D1B7375-5F54-EFBA-A3DC-CC26AEA9107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317238" y="4894241"/>
            <a:ext cx="2820412" cy="5810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000" b="0" baseline="0" smtClean="0">
                <a:solidFill>
                  <a:srgbClr val="FFFFFF"/>
                </a:solidFill>
                <a:effectLst/>
                <a:latin typeface="Helvetica" pitchFamily="2" charset="0"/>
              </a:defRPr>
            </a:lvl1pPr>
            <a:lvl2pPr>
              <a:defRPr sz="1600">
                <a:latin typeface="Helvetica" pitchFamily="2" charset="0"/>
              </a:defRPr>
            </a:lvl2pPr>
            <a:lvl3pPr>
              <a:defRPr sz="1400">
                <a:latin typeface="Helvetica" pitchFamily="2" charset="0"/>
              </a:defRPr>
            </a:lvl3pPr>
            <a:lvl4pPr>
              <a:defRPr sz="1200">
                <a:latin typeface="Helvetica" pitchFamily="2" charset="0"/>
              </a:defRPr>
            </a:lvl4pPr>
            <a:lvl5pPr>
              <a:defRPr sz="1200">
                <a:latin typeface="Helvetica" pitchFamily="2" charset="0"/>
              </a:defRPr>
            </a:lvl5pPr>
          </a:lstStyle>
          <a:p>
            <a:pPr lvl="0"/>
            <a:r>
              <a:rPr lang="en-US" dirty="0"/>
              <a:t>Subtitle – Max 10-15 words</a:t>
            </a:r>
          </a:p>
          <a:p>
            <a:pPr lvl="0"/>
            <a:endParaRPr lang="en-US" dirty="0"/>
          </a:p>
        </p:txBody>
      </p:sp>
      <p:sp>
        <p:nvSpPr>
          <p:cNvPr id="20" name="Main Text Title">
            <a:extLst>
              <a:ext uri="{FF2B5EF4-FFF2-40B4-BE49-F238E27FC236}">
                <a16:creationId xmlns:a16="http://schemas.microsoft.com/office/drawing/2014/main" id="{879E0EED-BB65-B363-87D2-A64A6D3D0B9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310781" y="4224516"/>
            <a:ext cx="2106904" cy="66972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+mj-lt"/>
              <a:buNone/>
              <a:defRPr sz="1800" b="1">
                <a:solidFill>
                  <a:srgbClr val="FFFFFF"/>
                </a:solidFill>
                <a:latin typeface="Helvetica" pitchFamily="2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Title 2-3 words maximum</a:t>
            </a:r>
          </a:p>
        </p:txBody>
      </p:sp>
      <p:sp>
        <p:nvSpPr>
          <p:cNvPr id="7" name="List of references">
            <a:extLst>
              <a:ext uri="{FF2B5EF4-FFF2-40B4-BE49-F238E27FC236}">
                <a16:creationId xmlns:a16="http://schemas.microsoft.com/office/drawing/2014/main" id="{A0B1F4EB-8D14-F68A-E836-A662F015099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288439" y="4301259"/>
            <a:ext cx="2487640" cy="852487"/>
          </a:xfrm>
          <a:prstGeom prst="rect">
            <a:avLst/>
          </a:prstGeom>
        </p:spPr>
        <p:txBody>
          <a:bodyPr/>
          <a:lstStyle>
            <a:lvl1pPr marL="0" indent="0" algn="l">
              <a:spcBef>
                <a:spcPts val="0"/>
              </a:spcBef>
              <a:buFont typeface="Arial" panose="020B0604020202020204" pitchFamily="34" charset="0"/>
              <a:buNone/>
              <a:tabLst/>
              <a:defRPr sz="460" b="1">
                <a:solidFill>
                  <a:srgbClr val="002060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 dirty="0"/>
              <a:t>List of references</a:t>
            </a:r>
          </a:p>
        </p:txBody>
      </p:sp>
      <p:sp>
        <p:nvSpPr>
          <p:cNvPr id="11" name="Copyright information">
            <a:extLst>
              <a:ext uri="{FF2B5EF4-FFF2-40B4-BE49-F238E27FC236}">
                <a16:creationId xmlns:a16="http://schemas.microsoft.com/office/drawing/2014/main" id="{E70164CD-CA40-B0B6-0A4A-6B821AD8544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288438" y="5184753"/>
            <a:ext cx="1922462" cy="8858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" b="0">
                <a:solidFill>
                  <a:srgbClr val="002060"/>
                </a:solidFill>
                <a:latin typeface="Helvetica" pitchFamily="2" charset="0"/>
              </a:defRPr>
            </a:lvl1pPr>
            <a:lvl2pPr>
              <a:defRPr sz="400">
                <a:latin typeface="Helvetica" pitchFamily="2" charset="0"/>
              </a:defRPr>
            </a:lvl2pPr>
            <a:lvl3pPr>
              <a:defRPr sz="400">
                <a:latin typeface="Helvetica" pitchFamily="2" charset="0"/>
              </a:defRPr>
            </a:lvl3pPr>
            <a:lvl4pPr>
              <a:defRPr sz="400">
                <a:latin typeface="Helvetica" pitchFamily="2" charset="0"/>
              </a:defRPr>
            </a:lvl4pPr>
            <a:lvl5pPr>
              <a:defRPr sz="400">
                <a:latin typeface="Helvetica" pitchFamily="2" charset="0"/>
              </a:defRPr>
            </a:lvl5pPr>
          </a:lstStyle>
          <a:p>
            <a:pPr lvl="0"/>
            <a:r>
              <a:rPr lang="en-US" dirty="0"/>
              <a:t>Copyright information</a:t>
            </a:r>
          </a:p>
        </p:txBody>
      </p:sp>
    </p:spTree>
    <p:extLst>
      <p:ext uri="{BB962C8B-B14F-4D97-AF65-F5344CB8AC3E}">
        <p14:creationId xmlns:p14="http://schemas.microsoft.com/office/powerpoint/2010/main" val="41376493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70040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D55CCFAD34A484FAC43376D580F7497" ma:contentTypeVersion="13" ma:contentTypeDescription="Create a new document." ma:contentTypeScope="" ma:versionID="20fcfebd8cb07aba400aa359cb6a137d">
  <xsd:schema xmlns:xsd="http://www.w3.org/2001/XMLSchema" xmlns:xs="http://www.w3.org/2001/XMLSchema" xmlns:p="http://schemas.microsoft.com/office/2006/metadata/properties" xmlns:ns2="bdfda862-7558-4f4e-99f8-648970d7935e" xmlns:ns3="2bdccfd7-ed75-47c4-ae3e-45ba8291135b" targetNamespace="http://schemas.microsoft.com/office/2006/metadata/properties" ma:root="true" ma:fieldsID="e7232410060904e04ccc6d86ba125b69" ns2:_="" ns3:_="">
    <xsd:import namespace="bdfda862-7558-4f4e-99f8-648970d7935e"/>
    <xsd:import namespace="2bdccfd7-ed75-47c4-ae3e-45ba8291135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2:MediaServiceBillingMetadata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dfda862-7558-4f4e-99f8-648970d7935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2" nillable="true" ma:taxonomy="true" ma:internalName="lcf76f155ced4ddcb4097134ff3c332f" ma:taxonomyFieldName="MediaServiceImageTags" ma:displayName="Image Tags" ma:readOnly="false" ma:fieldId="{5cf76f15-5ced-4ddc-b409-7134ff3c332f}" ma:taxonomyMulti="true" ma:sspId="3172f08a-6d1d-4090-b6e7-443b1fdb300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Location" ma:index="20" nillable="true" ma:displayName="Location" ma:description="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bdccfd7-ed75-47c4-ae3e-45ba8291135b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5b3827de-d5af-4de8-9be1-31d341ffe7dd}" ma:internalName="TaxCatchAll" ma:showField="CatchAllData" ma:web="2bdccfd7-ed75-47c4-ae3e-45ba8291135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bdccfd7-ed75-47c4-ae3e-45ba8291135b" xsi:nil="true"/>
    <lcf76f155ced4ddcb4097134ff3c332f xmlns="bdfda862-7558-4f4e-99f8-648970d7935e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97B64CF5-E1EF-40C6-BCE9-DABD3E7E586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dfda862-7558-4f4e-99f8-648970d7935e"/>
    <ds:schemaRef ds:uri="2bdccfd7-ed75-47c4-ae3e-45ba8291135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87EC857-F007-4173-A949-920B0782013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7B25C73-F9B8-4163-9F48-0CB0D416CA9F}">
  <ds:schemaRefs>
    <ds:schemaRef ds:uri="http://www.w3.org/XML/1998/namespace"/>
    <ds:schemaRef ds:uri="2bdccfd7-ed75-47c4-ae3e-45ba8291135b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purl.org/dc/terms/"/>
    <ds:schemaRef ds:uri="http://schemas.openxmlformats.org/package/2006/metadata/core-properties"/>
    <ds:schemaRef ds:uri="bdfda862-7558-4f4e-99f8-648970d7935e"/>
    <ds:schemaRef ds:uri="http://purl.org/dc/dcmitype/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</TotalTime>
  <Words>0</Words>
  <Application>Microsoft Macintosh PowerPoint</Application>
  <PresentationFormat>Custom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3" baseType="lpstr">
      <vt:lpstr>Arial</vt:lpstr>
      <vt:lpstr>Helvetica</vt:lpstr>
      <vt:lpstr>1_Custom Design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 Khalil</dc:creator>
  <cp:lastModifiedBy>Sam Khalil</cp:lastModifiedBy>
  <cp:revision>16</cp:revision>
  <dcterms:created xsi:type="dcterms:W3CDTF">2025-08-18T12:45:26Z</dcterms:created>
  <dcterms:modified xsi:type="dcterms:W3CDTF">2025-08-18T23:18:26Z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0x0101009D55CCFAD34A484FAC43376D580F7497</vt:lpwstr>
  </property>
  <property fmtid="{D5CDD505-2E9C-101B-9397-08002B2CF9AE}" pid="3" name="MediaServiceImageTags">
    <vt:lpwstr/>
  </property>
</Properties>
</file>