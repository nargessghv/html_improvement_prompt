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68" r:id="rId4"/>
  </p:sldMasterIdLst>
  <p:handoutMasterIdLst>
    <p:handoutMasterId r:id="rId5"/>
  </p:handoutMasterIdLst>
  <p:sldSz cx="12192000" cy="64643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7A27B4C-FB13-9545-B06C-83D288B68DDE}" v="123" dt="2025-08-15T08:25:24.02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092"/>
    <p:restoredTop sz="94752"/>
  </p:normalViewPr>
  <p:slideViewPr>
    <p:cSldViewPr snapToGrid="0">
      <p:cViewPr varScale="1">
        <p:scale>
          <a:sx n="181" d="100"/>
          <a:sy n="181" d="100"/>
        </p:scale>
        <p:origin x="192" y="368"/>
      </p:cViewPr>
      <p:guideLst/>
    </p:cSldViewPr>
  </p:slideViewPr>
  <p:notesTextViewPr>
    <p:cViewPr>
      <p:scale>
        <a:sx n="1" d="1"/>
        <a:sy n="1" d="1"/>
      </p:scale>
      <p:origin x="0" y="0"/>
    </p:cViewPr>
  </p:notesTextViewPr>
  <p:notesViewPr>
    <p:cSldViewPr snapToGrid="0">
      <p:cViewPr varScale="1">
        <p:scale>
          <a:sx n="132" d="100"/>
          <a:sy n="132" d="100"/>
        </p:scale>
        <p:origin x="5888" y="17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presProps" Target="presProps.xml"/><Relationship Id="rId11" Type="http://schemas.microsoft.com/office/2015/10/relationships/revisionInfo" Target="revisionInfo.xml"/><Relationship Id="rId5" Type="http://schemas.openxmlformats.org/officeDocument/2006/relationships/handoutMaster" Target="handoutMasters/handoutMaster1.xml"/><Relationship Id="rId10"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m Khalil" userId="82cd1ec2-6208-465b-9d4d-40ce8f0cbf96" providerId="ADAL" clId="{87A27B4C-FB13-9545-B06C-83D288B68DDE}"/>
    <pc:docChg chg="undo custSel addSld delSld modSld addMainMaster delMainMaster modMainMaster">
      <pc:chgData name="Sam Khalil" userId="82cd1ec2-6208-465b-9d4d-40ce8f0cbf96" providerId="ADAL" clId="{87A27B4C-FB13-9545-B06C-83D288B68DDE}" dt="2025-08-15T08:47:03.379" v="290" actId="2696"/>
      <pc:docMkLst>
        <pc:docMk/>
      </pc:docMkLst>
      <pc:sldChg chg="modSp new add del mod">
        <pc:chgData name="Sam Khalil" userId="82cd1ec2-6208-465b-9d4d-40ce8f0cbf96" providerId="ADAL" clId="{87A27B4C-FB13-9545-B06C-83D288B68DDE}" dt="2025-08-15T08:26:05.466" v="287" actId="2696"/>
        <pc:sldMkLst>
          <pc:docMk/>
          <pc:sldMk cId="382125220" sldId="256"/>
        </pc:sldMkLst>
        <pc:spChg chg="mod">
          <ac:chgData name="Sam Khalil" userId="82cd1ec2-6208-465b-9d4d-40ce8f0cbf96" providerId="ADAL" clId="{87A27B4C-FB13-9545-B06C-83D288B68DDE}" dt="2025-08-15T07:05:37.813" v="251" actId="20577"/>
          <ac:spMkLst>
            <pc:docMk/>
            <pc:sldMk cId="382125220" sldId="256"/>
            <ac:spMk id="4" creationId="{4D442D54-E960-5707-560F-E146C291BAE8}"/>
          </ac:spMkLst>
        </pc:spChg>
        <pc:spChg chg="mod">
          <ac:chgData name="Sam Khalil" userId="82cd1ec2-6208-465b-9d4d-40ce8f0cbf96" providerId="ADAL" clId="{87A27B4C-FB13-9545-B06C-83D288B68DDE}" dt="2025-08-15T07:03:29.684" v="218" actId="20577"/>
          <ac:spMkLst>
            <pc:docMk/>
            <pc:sldMk cId="382125220" sldId="256"/>
            <ac:spMk id="11" creationId="{2F1ABFBE-43F8-FF98-87C4-4F29A7477711}"/>
          </ac:spMkLst>
        </pc:spChg>
      </pc:sldChg>
      <pc:sldChg chg="addSp delSp modSp new del mod chgLayout">
        <pc:chgData name="Sam Khalil" userId="82cd1ec2-6208-465b-9d4d-40ce8f0cbf96" providerId="ADAL" clId="{87A27B4C-FB13-9545-B06C-83D288B68DDE}" dt="2025-08-15T06:50:35.706" v="169" actId="2696"/>
        <pc:sldMkLst>
          <pc:docMk/>
          <pc:sldMk cId="1648052740" sldId="256"/>
        </pc:sldMkLst>
        <pc:spChg chg="del">
          <ac:chgData name="Sam Khalil" userId="82cd1ec2-6208-465b-9d4d-40ce8f0cbf96" providerId="ADAL" clId="{87A27B4C-FB13-9545-B06C-83D288B68DDE}" dt="2025-08-15T06:49:26.247" v="161" actId="6264"/>
          <ac:spMkLst>
            <pc:docMk/>
            <pc:sldMk cId="1648052740" sldId="256"/>
            <ac:spMk id="4" creationId="{E984FD35-6E0C-359B-FF77-1F5041B7446E}"/>
          </ac:spMkLst>
        </pc:spChg>
        <pc:spChg chg="del">
          <ac:chgData name="Sam Khalil" userId="82cd1ec2-6208-465b-9d4d-40ce8f0cbf96" providerId="ADAL" clId="{87A27B4C-FB13-9545-B06C-83D288B68DDE}" dt="2025-08-15T06:49:26.247" v="161" actId="6264"/>
          <ac:spMkLst>
            <pc:docMk/>
            <pc:sldMk cId="1648052740" sldId="256"/>
            <ac:spMk id="5" creationId="{B636840A-D3FF-CDA2-E31E-5503524DC120}"/>
          </ac:spMkLst>
        </pc:spChg>
        <pc:spChg chg="del">
          <ac:chgData name="Sam Khalil" userId="82cd1ec2-6208-465b-9d4d-40ce8f0cbf96" providerId="ADAL" clId="{87A27B4C-FB13-9545-B06C-83D288B68DDE}" dt="2025-08-15T06:49:26.247" v="161" actId="6264"/>
          <ac:spMkLst>
            <pc:docMk/>
            <pc:sldMk cId="1648052740" sldId="256"/>
            <ac:spMk id="6" creationId="{6F0EECFB-2738-A961-B05F-18073F4DD590}"/>
          </ac:spMkLst>
        </pc:spChg>
        <pc:spChg chg="del">
          <ac:chgData name="Sam Khalil" userId="82cd1ec2-6208-465b-9d4d-40ce8f0cbf96" providerId="ADAL" clId="{87A27B4C-FB13-9545-B06C-83D288B68DDE}" dt="2025-08-15T06:49:26.247" v="161" actId="6264"/>
          <ac:spMkLst>
            <pc:docMk/>
            <pc:sldMk cId="1648052740" sldId="256"/>
            <ac:spMk id="7" creationId="{9C3D70A5-C8CB-F6C3-2658-C02C548BEC73}"/>
          </ac:spMkLst>
        </pc:spChg>
        <pc:spChg chg="del">
          <ac:chgData name="Sam Khalil" userId="82cd1ec2-6208-465b-9d4d-40ce8f0cbf96" providerId="ADAL" clId="{87A27B4C-FB13-9545-B06C-83D288B68DDE}" dt="2025-08-15T06:49:26.247" v="161" actId="6264"/>
          <ac:spMkLst>
            <pc:docMk/>
            <pc:sldMk cId="1648052740" sldId="256"/>
            <ac:spMk id="10" creationId="{307B0994-5F01-BCD5-A93A-7BF08D62E2CE}"/>
          </ac:spMkLst>
        </pc:spChg>
        <pc:spChg chg="del">
          <ac:chgData name="Sam Khalil" userId="82cd1ec2-6208-465b-9d4d-40ce8f0cbf96" providerId="ADAL" clId="{87A27B4C-FB13-9545-B06C-83D288B68DDE}" dt="2025-08-15T06:50:27.733" v="168" actId="6264"/>
          <ac:spMkLst>
            <pc:docMk/>
            <pc:sldMk cId="1648052740" sldId="256"/>
            <ac:spMk id="12" creationId="{69B46F38-A99B-9595-BA96-E2368725875B}"/>
          </ac:spMkLst>
        </pc:spChg>
        <pc:spChg chg="del">
          <ac:chgData name="Sam Khalil" userId="82cd1ec2-6208-465b-9d4d-40ce8f0cbf96" providerId="ADAL" clId="{87A27B4C-FB13-9545-B06C-83D288B68DDE}" dt="2025-08-15T06:50:27.733" v="168" actId="6264"/>
          <ac:spMkLst>
            <pc:docMk/>
            <pc:sldMk cId="1648052740" sldId="256"/>
            <ac:spMk id="13" creationId="{81B32AF6-BC0F-0EE8-0E67-F698688ABE83}"/>
          </ac:spMkLst>
        </pc:spChg>
        <pc:spChg chg="add mod ord">
          <ac:chgData name="Sam Khalil" userId="82cd1ec2-6208-465b-9d4d-40ce8f0cbf96" providerId="ADAL" clId="{87A27B4C-FB13-9545-B06C-83D288B68DDE}" dt="2025-08-15T06:49:26.247" v="161" actId="6264"/>
          <ac:spMkLst>
            <pc:docMk/>
            <pc:sldMk cId="1648052740" sldId="256"/>
            <ac:spMk id="14" creationId="{4E62547A-3350-4994-C586-50D7D35A404E}"/>
          </ac:spMkLst>
        </pc:spChg>
        <pc:spChg chg="del">
          <ac:chgData name="Sam Khalil" userId="82cd1ec2-6208-465b-9d4d-40ce8f0cbf96" providerId="ADAL" clId="{87A27B4C-FB13-9545-B06C-83D288B68DDE}" dt="2025-08-15T06:50:27.733" v="168" actId="6264"/>
          <ac:spMkLst>
            <pc:docMk/>
            <pc:sldMk cId="1648052740" sldId="256"/>
            <ac:spMk id="15" creationId="{8DAB3A8B-70F1-EA5A-5BC4-979CC45FC424}"/>
          </ac:spMkLst>
        </pc:spChg>
        <pc:spChg chg="add mod ord">
          <ac:chgData name="Sam Khalil" userId="82cd1ec2-6208-465b-9d4d-40ce8f0cbf96" providerId="ADAL" clId="{87A27B4C-FB13-9545-B06C-83D288B68DDE}" dt="2025-08-15T06:49:26.247" v="161" actId="6264"/>
          <ac:spMkLst>
            <pc:docMk/>
            <pc:sldMk cId="1648052740" sldId="256"/>
            <ac:spMk id="16" creationId="{23B940EA-F342-EC15-1243-F4416A3A8AEF}"/>
          </ac:spMkLst>
        </pc:spChg>
        <pc:spChg chg="add mod ord">
          <ac:chgData name="Sam Khalil" userId="82cd1ec2-6208-465b-9d4d-40ce8f0cbf96" providerId="ADAL" clId="{87A27B4C-FB13-9545-B06C-83D288B68DDE}" dt="2025-08-15T06:49:26.247" v="161" actId="6264"/>
          <ac:spMkLst>
            <pc:docMk/>
            <pc:sldMk cId="1648052740" sldId="256"/>
            <ac:spMk id="18" creationId="{7F42291D-6622-BDEB-63FB-1E067E3CB578}"/>
          </ac:spMkLst>
        </pc:spChg>
        <pc:spChg chg="add del mod ord">
          <ac:chgData name="Sam Khalil" userId="82cd1ec2-6208-465b-9d4d-40ce8f0cbf96" providerId="ADAL" clId="{87A27B4C-FB13-9545-B06C-83D288B68DDE}" dt="2025-08-15T06:50:27.733" v="168" actId="6264"/>
          <ac:spMkLst>
            <pc:docMk/>
            <pc:sldMk cId="1648052740" sldId="256"/>
            <ac:spMk id="21" creationId="{694C3AE1-E430-9E8C-828A-FB1C8AA1C3ED}"/>
          </ac:spMkLst>
        </pc:spChg>
        <pc:spChg chg="add mod ord">
          <ac:chgData name="Sam Khalil" userId="82cd1ec2-6208-465b-9d4d-40ce8f0cbf96" providerId="ADAL" clId="{87A27B4C-FB13-9545-B06C-83D288B68DDE}" dt="2025-08-15T06:49:26.247" v="161" actId="6264"/>
          <ac:spMkLst>
            <pc:docMk/>
            <pc:sldMk cId="1648052740" sldId="256"/>
            <ac:spMk id="22" creationId="{AD48B8F8-C1A2-262E-3801-FEA37114A775}"/>
          </ac:spMkLst>
        </pc:spChg>
        <pc:spChg chg="add mod ord">
          <ac:chgData name="Sam Khalil" userId="82cd1ec2-6208-465b-9d4d-40ce8f0cbf96" providerId="ADAL" clId="{87A27B4C-FB13-9545-B06C-83D288B68DDE}" dt="2025-08-15T06:50:27.733" v="168" actId="6264"/>
          <ac:spMkLst>
            <pc:docMk/>
            <pc:sldMk cId="1648052740" sldId="256"/>
            <ac:spMk id="23" creationId="{61E76353-E036-6F06-CF99-D2FCDB0AF8E8}"/>
          </ac:spMkLst>
        </pc:spChg>
        <pc:spChg chg="add mod ord">
          <ac:chgData name="Sam Khalil" userId="82cd1ec2-6208-465b-9d4d-40ce8f0cbf96" providerId="ADAL" clId="{87A27B4C-FB13-9545-B06C-83D288B68DDE}" dt="2025-08-15T06:50:27.733" v="168" actId="6264"/>
          <ac:spMkLst>
            <pc:docMk/>
            <pc:sldMk cId="1648052740" sldId="256"/>
            <ac:spMk id="25" creationId="{046CDDD7-0048-80EB-574D-5F8B36E3B30F}"/>
          </ac:spMkLst>
        </pc:spChg>
        <pc:spChg chg="add mod ord">
          <ac:chgData name="Sam Khalil" userId="82cd1ec2-6208-465b-9d4d-40ce8f0cbf96" providerId="ADAL" clId="{87A27B4C-FB13-9545-B06C-83D288B68DDE}" dt="2025-08-15T06:50:27.733" v="168" actId="6264"/>
          <ac:spMkLst>
            <pc:docMk/>
            <pc:sldMk cId="1648052740" sldId="256"/>
            <ac:spMk id="30" creationId="{DF9FCC70-9393-D4B2-4B64-DBB1464EB82D}"/>
          </ac:spMkLst>
        </pc:spChg>
        <pc:spChg chg="add mod ord">
          <ac:chgData name="Sam Khalil" userId="82cd1ec2-6208-465b-9d4d-40ce8f0cbf96" providerId="ADAL" clId="{87A27B4C-FB13-9545-B06C-83D288B68DDE}" dt="2025-08-15T06:50:27.733" v="168" actId="6264"/>
          <ac:spMkLst>
            <pc:docMk/>
            <pc:sldMk cId="1648052740" sldId="256"/>
            <ac:spMk id="31" creationId="{323BF2FB-C319-AE66-13BD-9711EB0ADC79}"/>
          </ac:spMkLst>
        </pc:spChg>
        <pc:spChg chg="add mod ord">
          <ac:chgData name="Sam Khalil" userId="82cd1ec2-6208-465b-9d4d-40ce8f0cbf96" providerId="ADAL" clId="{87A27B4C-FB13-9545-B06C-83D288B68DDE}" dt="2025-08-15T06:50:27.733" v="168" actId="6264"/>
          <ac:spMkLst>
            <pc:docMk/>
            <pc:sldMk cId="1648052740" sldId="256"/>
            <ac:spMk id="32" creationId="{DAA4C212-5F3F-ECCC-35EE-A9C74201F0CC}"/>
          </ac:spMkLst>
        </pc:spChg>
        <pc:spChg chg="add mod ord">
          <ac:chgData name="Sam Khalil" userId="82cd1ec2-6208-465b-9d4d-40ce8f0cbf96" providerId="ADAL" clId="{87A27B4C-FB13-9545-B06C-83D288B68DDE}" dt="2025-08-15T06:50:27.733" v="168" actId="6264"/>
          <ac:spMkLst>
            <pc:docMk/>
            <pc:sldMk cId="1648052740" sldId="256"/>
            <ac:spMk id="33" creationId="{77B2C89C-BB96-FA69-DB86-DF56571A3D30}"/>
          </ac:spMkLst>
        </pc:spChg>
      </pc:sldChg>
      <pc:sldChg chg="addSp delSp modSp new del mod chgLayout">
        <pc:chgData name="Sam Khalil" userId="82cd1ec2-6208-465b-9d4d-40ce8f0cbf96" providerId="ADAL" clId="{87A27B4C-FB13-9545-B06C-83D288B68DDE}" dt="2025-08-15T06:46:33.342" v="65" actId="2696"/>
        <pc:sldMkLst>
          <pc:docMk/>
          <pc:sldMk cId="1792170806" sldId="256"/>
        </pc:sldMkLst>
        <pc:spChg chg="del">
          <ac:chgData name="Sam Khalil" userId="82cd1ec2-6208-465b-9d4d-40ce8f0cbf96" providerId="ADAL" clId="{87A27B4C-FB13-9545-B06C-83D288B68DDE}" dt="2025-08-15T06:45:26.020" v="36" actId="6264"/>
          <ac:spMkLst>
            <pc:docMk/>
            <pc:sldMk cId="1792170806" sldId="256"/>
            <ac:spMk id="2" creationId="{C67E6E8C-C12D-2CB7-2920-B86B1759457C}"/>
          </ac:spMkLst>
        </pc:spChg>
        <pc:spChg chg="del">
          <ac:chgData name="Sam Khalil" userId="82cd1ec2-6208-465b-9d4d-40ce8f0cbf96" providerId="ADAL" clId="{87A27B4C-FB13-9545-B06C-83D288B68DDE}" dt="2025-08-15T06:45:26.020" v="36" actId="6264"/>
          <ac:spMkLst>
            <pc:docMk/>
            <pc:sldMk cId="1792170806" sldId="256"/>
            <ac:spMk id="4" creationId="{BBCD8C05-E909-8D66-CCC2-096B47301486}"/>
          </ac:spMkLst>
        </pc:spChg>
        <pc:spChg chg="del">
          <ac:chgData name="Sam Khalil" userId="82cd1ec2-6208-465b-9d4d-40ce8f0cbf96" providerId="ADAL" clId="{87A27B4C-FB13-9545-B06C-83D288B68DDE}" dt="2025-08-15T06:45:26.020" v="36" actId="6264"/>
          <ac:spMkLst>
            <pc:docMk/>
            <pc:sldMk cId="1792170806" sldId="256"/>
            <ac:spMk id="5" creationId="{E0CD6839-8B05-1614-FAE3-577B27D2C4E8}"/>
          </ac:spMkLst>
        </pc:spChg>
        <pc:spChg chg="del">
          <ac:chgData name="Sam Khalil" userId="82cd1ec2-6208-465b-9d4d-40ce8f0cbf96" providerId="ADAL" clId="{87A27B4C-FB13-9545-B06C-83D288B68DDE}" dt="2025-08-15T06:45:26.020" v="36" actId="6264"/>
          <ac:spMkLst>
            <pc:docMk/>
            <pc:sldMk cId="1792170806" sldId="256"/>
            <ac:spMk id="10" creationId="{209187A9-679D-690D-9FDA-AC61586E1574}"/>
          </ac:spMkLst>
        </pc:spChg>
        <pc:spChg chg="del">
          <ac:chgData name="Sam Khalil" userId="82cd1ec2-6208-465b-9d4d-40ce8f0cbf96" providerId="ADAL" clId="{87A27B4C-FB13-9545-B06C-83D288B68DDE}" dt="2025-08-15T06:45:26.020" v="36" actId="6264"/>
          <ac:spMkLst>
            <pc:docMk/>
            <pc:sldMk cId="1792170806" sldId="256"/>
            <ac:spMk id="11" creationId="{024AF0EE-F381-9B0B-6CDD-FE1E7C91F116}"/>
          </ac:spMkLst>
        </pc:spChg>
        <pc:spChg chg="del">
          <ac:chgData name="Sam Khalil" userId="82cd1ec2-6208-465b-9d4d-40ce8f0cbf96" providerId="ADAL" clId="{87A27B4C-FB13-9545-B06C-83D288B68DDE}" dt="2025-08-15T06:45:01.223" v="29" actId="478"/>
          <ac:spMkLst>
            <pc:docMk/>
            <pc:sldMk cId="1792170806" sldId="256"/>
            <ac:spMk id="12" creationId="{73A722CC-1E4D-BD52-8C50-1712B9FFE955}"/>
          </ac:spMkLst>
        </pc:spChg>
        <pc:spChg chg="add del mod ord">
          <ac:chgData name="Sam Khalil" userId="82cd1ec2-6208-465b-9d4d-40ce8f0cbf96" providerId="ADAL" clId="{87A27B4C-FB13-9545-B06C-83D288B68DDE}" dt="2025-08-15T06:46:19.226" v="54" actId="6264"/>
          <ac:spMkLst>
            <pc:docMk/>
            <pc:sldMk cId="1792170806" sldId="256"/>
            <ac:spMk id="15" creationId="{6B371498-7518-0F41-4E04-E5055E2730D0}"/>
          </ac:spMkLst>
        </pc:spChg>
        <pc:spChg chg="add del mod ord">
          <ac:chgData name="Sam Khalil" userId="82cd1ec2-6208-465b-9d4d-40ce8f0cbf96" providerId="ADAL" clId="{87A27B4C-FB13-9545-B06C-83D288B68DDE}" dt="2025-08-15T06:46:19.226" v="54" actId="6264"/>
          <ac:spMkLst>
            <pc:docMk/>
            <pc:sldMk cId="1792170806" sldId="256"/>
            <ac:spMk id="17" creationId="{602A82DA-705C-45C7-E876-4B35A5A42081}"/>
          </ac:spMkLst>
        </pc:spChg>
        <pc:spChg chg="add del mod ord">
          <ac:chgData name="Sam Khalil" userId="82cd1ec2-6208-465b-9d4d-40ce8f0cbf96" providerId="ADAL" clId="{87A27B4C-FB13-9545-B06C-83D288B68DDE}" dt="2025-08-15T06:46:19.226" v="54" actId="6264"/>
          <ac:spMkLst>
            <pc:docMk/>
            <pc:sldMk cId="1792170806" sldId="256"/>
            <ac:spMk id="18" creationId="{DE3203EB-5038-79FB-8468-AA287EB8B177}"/>
          </ac:spMkLst>
        </pc:spChg>
        <pc:spChg chg="add del mod ord">
          <ac:chgData name="Sam Khalil" userId="82cd1ec2-6208-465b-9d4d-40ce8f0cbf96" providerId="ADAL" clId="{87A27B4C-FB13-9545-B06C-83D288B68DDE}" dt="2025-08-15T06:46:19.226" v="54" actId="6264"/>
          <ac:spMkLst>
            <pc:docMk/>
            <pc:sldMk cId="1792170806" sldId="256"/>
            <ac:spMk id="19" creationId="{282CAE2E-C06E-9661-72D2-0D36F491E7D4}"/>
          </ac:spMkLst>
        </pc:spChg>
        <pc:spChg chg="add del mod ord">
          <ac:chgData name="Sam Khalil" userId="82cd1ec2-6208-465b-9d4d-40ce8f0cbf96" providerId="ADAL" clId="{87A27B4C-FB13-9545-B06C-83D288B68DDE}" dt="2025-08-15T06:46:19.226" v="54" actId="6264"/>
          <ac:spMkLst>
            <pc:docMk/>
            <pc:sldMk cId="1792170806" sldId="256"/>
            <ac:spMk id="20" creationId="{DE6E7402-6905-1647-6773-579994120985}"/>
          </ac:spMkLst>
        </pc:spChg>
        <pc:spChg chg="add del mod ord">
          <ac:chgData name="Sam Khalil" userId="82cd1ec2-6208-465b-9d4d-40ce8f0cbf96" providerId="ADAL" clId="{87A27B4C-FB13-9545-B06C-83D288B68DDE}" dt="2025-08-15T06:46:19.798" v="55" actId="6264"/>
          <ac:spMkLst>
            <pc:docMk/>
            <pc:sldMk cId="1792170806" sldId="256"/>
            <ac:spMk id="23" creationId="{03535595-2F46-04E6-70A2-B2DB9E3863E8}"/>
          </ac:spMkLst>
        </pc:spChg>
        <pc:spChg chg="add del mod ord">
          <ac:chgData name="Sam Khalil" userId="82cd1ec2-6208-465b-9d4d-40ce8f0cbf96" providerId="ADAL" clId="{87A27B4C-FB13-9545-B06C-83D288B68DDE}" dt="2025-08-15T06:46:19.798" v="55" actId="6264"/>
          <ac:spMkLst>
            <pc:docMk/>
            <pc:sldMk cId="1792170806" sldId="256"/>
            <ac:spMk id="28" creationId="{0956D505-72C5-AA6C-EF39-8FC9E1978389}"/>
          </ac:spMkLst>
        </pc:spChg>
        <pc:spChg chg="add del mod ord">
          <ac:chgData name="Sam Khalil" userId="82cd1ec2-6208-465b-9d4d-40ce8f0cbf96" providerId="ADAL" clId="{87A27B4C-FB13-9545-B06C-83D288B68DDE}" dt="2025-08-15T06:46:19.798" v="55" actId="6264"/>
          <ac:spMkLst>
            <pc:docMk/>
            <pc:sldMk cId="1792170806" sldId="256"/>
            <ac:spMk id="30" creationId="{29BF4643-2E5A-2A3F-1AF3-D78446129191}"/>
          </ac:spMkLst>
        </pc:spChg>
        <pc:spChg chg="add del mod ord">
          <ac:chgData name="Sam Khalil" userId="82cd1ec2-6208-465b-9d4d-40ce8f0cbf96" providerId="ADAL" clId="{87A27B4C-FB13-9545-B06C-83D288B68DDE}" dt="2025-08-15T06:46:19.798" v="55" actId="6264"/>
          <ac:spMkLst>
            <pc:docMk/>
            <pc:sldMk cId="1792170806" sldId="256"/>
            <ac:spMk id="31" creationId="{BAD433A1-9B6E-E6B7-3FDF-2C0665399BFD}"/>
          </ac:spMkLst>
        </pc:spChg>
        <pc:spChg chg="add del mod ord">
          <ac:chgData name="Sam Khalil" userId="82cd1ec2-6208-465b-9d4d-40ce8f0cbf96" providerId="ADAL" clId="{87A27B4C-FB13-9545-B06C-83D288B68DDE}" dt="2025-08-15T06:46:19.798" v="55" actId="6264"/>
          <ac:spMkLst>
            <pc:docMk/>
            <pc:sldMk cId="1792170806" sldId="256"/>
            <ac:spMk id="32" creationId="{A4343328-D8C2-AF69-45EA-84826DD142CD}"/>
          </ac:spMkLst>
        </pc:spChg>
        <pc:spChg chg="add mod ord">
          <ac:chgData name="Sam Khalil" userId="82cd1ec2-6208-465b-9d4d-40ce8f0cbf96" providerId="ADAL" clId="{87A27B4C-FB13-9545-B06C-83D288B68DDE}" dt="2025-08-15T06:46:21.674" v="64" actId="20577"/>
          <ac:spMkLst>
            <pc:docMk/>
            <pc:sldMk cId="1792170806" sldId="256"/>
            <ac:spMk id="35" creationId="{1ABA46E9-70EF-ED33-8364-89C9FC25A191}"/>
          </ac:spMkLst>
        </pc:spChg>
        <pc:spChg chg="add mod ord">
          <ac:chgData name="Sam Khalil" userId="82cd1ec2-6208-465b-9d4d-40ce8f0cbf96" providerId="ADAL" clId="{87A27B4C-FB13-9545-B06C-83D288B68DDE}" dt="2025-08-15T06:46:19.798" v="55" actId="6264"/>
          <ac:spMkLst>
            <pc:docMk/>
            <pc:sldMk cId="1792170806" sldId="256"/>
            <ac:spMk id="36" creationId="{757F9F4F-1895-BE3E-DD06-199F5C6FC939}"/>
          </ac:spMkLst>
        </pc:spChg>
        <pc:spChg chg="add mod ord">
          <ac:chgData name="Sam Khalil" userId="82cd1ec2-6208-465b-9d4d-40ce8f0cbf96" providerId="ADAL" clId="{87A27B4C-FB13-9545-B06C-83D288B68DDE}" dt="2025-08-15T06:46:19.798" v="55" actId="6264"/>
          <ac:spMkLst>
            <pc:docMk/>
            <pc:sldMk cId="1792170806" sldId="256"/>
            <ac:spMk id="40" creationId="{8113EF27-037A-2659-7850-D7B5FA008364}"/>
          </ac:spMkLst>
        </pc:spChg>
        <pc:spChg chg="add mod ord">
          <ac:chgData name="Sam Khalil" userId="82cd1ec2-6208-465b-9d4d-40ce8f0cbf96" providerId="ADAL" clId="{87A27B4C-FB13-9545-B06C-83D288B68DDE}" dt="2025-08-15T06:46:19.798" v="55" actId="6264"/>
          <ac:spMkLst>
            <pc:docMk/>
            <pc:sldMk cId="1792170806" sldId="256"/>
            <ac:spMk id="41" creationId="{29CDD00F-52AA-9861-140D-371E48393500}"/>
          </ac:spMkLst>
        </pc:spChg>
        <pc:spChg chg="add mod ord">
          <ac:chgData name="Sam Khalil" userId="82cd1ec2-6208-465b-9d4d-40ce8f0cbf96" providerId="ADAL" clId="{87A27B4C-FB13-9545-B06C-83D288B68DDE}" dt="2025-08-15T06:46:19.798" v="55" actId="6264"/>
          <ac:spMkLst>
            <pc:docMk/>
            <pc:sldMk cId="1792170806" sldId="256"/>
            <ac:spMk id="42" creationId="{F97C3A45-FC71-D261-0170-DEABDF4389FE}"/>
          </ac:spMkLst>
        </pc:spChg>
      </pc:sldChg>
      <pc:sldChg chg="new del">
        <pc:chgData name="Sam Khalil" userId="82cd1ec2-6208-465b-9d4d-40ce8f0cbf96" providerId="ADAL" clId="{87A27B4C-FB13-9545-B06C-83D288B68DDE}" dt="2025-08-15T06:54:29.911" v="210" actId="2696"/>
        <pc:sldMkLst>
          <pc:docMk/>
          <pc:sldMk cId="2725628606" sldId="256"/>
        </pc:sldMkLst>
      </pc:sldChg>
      <pc:sldChg chg="modSp new del mod">
        <pc:chgData name="Sam Khalil" userId="82cd1ec2-6208-465b-9d4d-40ce8f0cbf96" providerId="ADAL" clId="{87A27B4C-FB13-9545-B06C-83D288B68DDE}" dt="2025-08-15T06:46:39.877" v="74" actId="680"/>
        <pc:sldMkLst>
          <pc:docMk/>
          <pc:sldMk cId="2764626424" sldId="256"/>
        </pc:sldMkLst>
        <pc:spChg chg="mod">
          <ac:chgData name="Sam Khalil" userId="82cd1ec2-6208-465b-9d4d-40ce8f0cbf96" providerId="ADAL" clId="{87A27B4C-FB13-9545-B06C-83D288B68DDE}" dt="2025-08-15T06:46:39.293" v="73" actId="20577"/>
          <ac:spMkLst>
            <pc:docMk/>
            <pc:sldMk cId="2764626424" sldId="256"/>
            <ac:spMk id="6" creationId="{63076F66-F469-B157-12BF-C4C1815F975F}"/>
          </ac:spMkLst>
        </pc:spChg>
      </pc:sldChg>
      <pc:sldChg chg="new del">
        <pc:chgData name="Sam Khalil" userId="82cd1ec2-6208-465b-9d4d-40ce8f0cbf96" providerId="ADAL" clId="{87A27B4C-FB13-9545-B06C-83D288B68DDE}" dt="2025-08-15T06:54:47.035" v="212" actId="2696"/>
        <pc:sldMkLst>
          <pc:docMk/>
          <pc:sldMk cId="2998353675" sldId="256"/>
        </pc:sldMkLst>
      </pc:sldChg>
      <pc:sldChg chg="addSp delSp modSp del mod chgLayout">
        <pc:chgData name="Sam Khalil" userId="82cd1ec2-6208-465b-9d4d-40ce8f0cbf96" providerId="ADAL" clId="{87A27B4C-FB13-9545-B06C-83D288B68DDE}" dt="2025-08-15T06:44:51.312" v="27" actId="2696"/>
        <pc:sldMkLst>
          <pc:docMk/>
          <pc:sldMk cId="4142939850" sldId="256"/>
        </pc:sldMkLst>
        <pc:spChg chg="del">
          <ac:chgData name="Sam Khalil" userId="82cd1ec2-6208-465b-9d4d-40ce8f0cbf96" providerId="ADAL" clId="{87A27B4C-FB13-9545-B06C-83D288B68DDE}" dt="2025-08-15T06:44:14.816" v="10" actId="6264"/>
          <ac:spMkLst>
            <pc:docMk/>
            <pc:sldMk cId="4142939850" sldId="256"/>
            <ac:spMk id="32" creationId="{77FF717B-A365-C8A9-1A8B-A33B2168DDBC}"/>
          </ac:spMkLst>
        </pc:spChg>
        <pc:spChg chg="del">
          <ac:chgData name="Sam Khalil" userId="82cd1ec2-6208-465b-9d4d-40ce8f0cbf96" providerId="ADAL" clId="{87A27B4C-FB13-9545-B06C-83D288B68DDE}" dt="2025-08-15T06:44:14.816" v="10" actId="6264"/>
          <ac:spMkLst>
            <pc:docMk/>
            <pc:sldMk cId="4142939850" sldId="256"/>
            <ac:spMk id="33" creationId="{AE170BFC-8AB9-2E53-9F6E-0185D51475A4}"/>
          </ac:spMkLst>
        </pc:spChg>
        <pc:spChg chg="del">
          <ac:chgData name="Sam Khalil" userId="82cd1ec2-6208-465b-9d4d-40ce8f0cbf96" providerId="ADAL" clId="{87A27B4C-FB13-9545-B06C-83D288B68DDE}" dt="2025-08-15T06:44:14.816" v="10" actId="6264"/>
          <ac:spMkLst>
            <pc:docMk/>
            <pc:sldMk cId="4142939850" sldId="256"/>
            <ac:spMk id="36" creationId="{7B01033A-56B4-C2D7-6977-324ADE2D49F1}"/>
          </ac:spMkLst>
        </pc:spChg>
        <pc:spChg chg="del">
          <ac:chgData name="Sam Khalil" userId="82cd1ec2-6208-465b-9d4d-40ce8f0cbf96" providerId="ADAL" clId="{87A27B4C-FB13-9545-B06C-83D288B68DDE}" dt="2025-08-15T06:44:14.816" v="10" actId="6264"/>
          <ac:spMkLst>
            <pc:docMk/>
            <pc:sldMk cId="4142939850" sldId="256"/>
            <ac:spMk id="38" creationId="{468E503E-073B-721C-0085-63EFED27BB49}"/>
          </ac:spMkLst>
        </pc:spChg>
        <pc:spChg chg="del">
          <ac:chgData name="Sam Khalil" userId="82cd1ec2-6208-465b-9d4d-40ce8f0cbf96" providerId="ADAL" clId="{87A27B4C-FB13-9545-B06C-83D288B68DDE}" dt="2025-08-15T06:44:14.816" v="10" actId="6264"/>
          <ac:spMkLst>
            <pc:docMk/>
            <pc:sldMk cId="4142939850" sldId="256"/>
            <ac:spMk id="41" creationId="{9B3547B2-D28B-279A-C84C-EBB3A000AED5}"/>
          </ac:spMkLst>
        </pc:spChg>
        <pc:spChg chg="add mod ord">
          <ac:chgData name="Sam Khalil" userId="82cd1ec2-6208-465b-9d4d-40ce8f0cbf96" providerId="ADAL" clId="{87A27B4C-FB13-9545-B06C-83D288B68DDE}" dt="2025-08-15T06:44:14.816" v="10" actId="6264"/>
          <ac:spMkLst>
            <pc:docMk/>
            <pc:sldMk cId="4142939850" sldId="256"/>
            <ac:spMk id="42" creationId="{23E31666-8E9A-0A8E-2364-B8493E93F161}"/>
          </ac:spMkLst>
        </pc:spChg>
        <pc:spChg chg="mod">
          <ac:chgData name="Sam Khalil" userId="82cd1ec2-6208-465b-9d4d-40ce8f0cbf96" providerId="ADAL" clId="{87A27B4C-FB13-9545-B06C-83D288B68DDE}" dt="2025-08-15T06:44:21.602" v="13" actId="20577"/>
          <ac:spMkLst>
            <pc:docMk/>
            <pc:sldMk cId="4142939850" sldId="256"/>
            <ac:spMk id="44" creationId="{97C47ECB-8E68-9E6C-3A13-92186F99CC09}"/>
          </ac:spMkLst>
        </pc:spChg>
        <pc:spChg chg="add mod ord">
          <ac:chgData name="Sam Khalil" userId="82cd1ec2-6208-465b-9d4d-40ce8f0cbf96" providerId="ADAL" clId="{87A27B4C-FB13-9545-B06C-83D288B68DDE}" dt="2025-08-15T06:44:14.816" v="10" actId="6264"/>
          <ac:spMkLst>
            <pc:docMk/>
            <pc:sldMk cId="4142939850" sldId="256"/>
            <ac:spMk id="46" creationId="{80C1EDBB-5C1A-2BFD-AC05-67921B446C94}"/>
          </ac:spMkLst>
        </pc:spChg>
        <pc:spChg chg="add mod ord">
          <ac:chgData name="Sam Khalil" userId="82cd1ec2-6208-465b-9d4d-40ce8f0cbf96" providerId="ADAL" clId="{87A27B4C-FB13-9545-B06C-83D288B68DDE}" dt="2025-08-15T06:44:14.816" v="10" actId="6264"/>
          <ac:spMkLst>
            <pc:docMk/>
            <pc:sldMk cId="4142939850" sldId="256"/>
            <ac:spMk id="47" creationId="{ED0B8E33-D837-E607-2150-6F0DEFD1B54E}"/>
          </ac:spMkLst>
        </pc:spChg>
        <pc:spChg chg="add mod ord">
          <ac:chgData name="Sam Khalil" userId="82cd1ec2-6208-465b-9d4d-40ce8f0cbf96" providerId="ADAL" clId="{87A27B4C-FB13-9545-B06C-83D288B68DDE}" dt="2025-08-15T06:44:14.816" v="10" actId="6264"/>
          <ac:spMkLst>
            <pc:docMk/>
            <pc:sldMk cId="4142939850" sldId="256"/>
            <ac:spMk id="48" creationId="{AE929820-3994-18DF-804A-5CEB35FED18F}"/>
          </ac:spMkLst>
        </pc:spChg>
        <pc:spChg chg="add mod ord">
          <ac:chgData name="Sam Khalil" userId="82cd1ec2-6208-465b-9d4d-40ce8f0cbf96" providerId="ADAL" clId="{87A27B4C-FB13-9545-B06C-83D288B68DDE}" dt="2025-08-15T06:44:14.816" v="10" actId="6264"/>
          <ac:spMkLst>
            <pc:docMk/>
            <pc:sldMk cId="4142939850" sldId="256"/>
            <ac:spMk id="51" creationId="{44BE65B4-A7F2-306E-33D4-9B5E94F06770}"/>
          </ac:spMkLst>
        </pc:spChg>
        <pc:spChg chg="mod">
          <ac:chgData name="Sam Khalil" userId="82cd1ec2-6208-465b-9d4d-40ce8f0cbf96" providerId="ADAL" clId="{87A27B4C-FB13-9545-B06C-83D288B68DDE}" dt="2025-08-15T06:44:45.718" v="26" actId="20577"/>
          <ac:spMkLst>
            <pc:docMk/>
            <pc:sldMk cId="4142939850" sldId="256"/>
            <ac:spMk id="52" creationId="{A0523708-32ED-1953-CE42-44A9276DF923}"/>
          </ac:spMkLst>
        </pc:spChg>
      </pc:sldChg>
      <pc:sldChg chg="new del">
        <pc:chgData name="Sam Khalil" userId="82cd1ec2-6208-465b-9d4d-40ce8f0cbf96" providerId="ADAL" clId="{87A27B4C-FB13-9545-B06C-83D288B68DDE}" dt="2025-08-15T08:26:01.855" v="286" actId="2696"/>
        <pc:sldMkLst>
          <pc:docMk/>
          <pc:sldMk cId="1967230728" sldId="257"/>
        </pc:sldMkLst>
      </pc:sldChg>
      <pc:sldChg chg="addSp modSp new del mod modClrScheme chgLayout">
        <pc:chgData name="Sam Khalil" userId="82cd1ec2-6208-465b-9d4d-40ce8f0cbf96" providerId="ADAL" clId="{87A27B4C-FB13-9545-B06C-83D288B68DDE}" dt="2025-08-15T08:47:02.950" v="289" actId="2696"/>
        <pc:sldMkLst>
          <pc:docMk/>
          <pc:sldMk cId="4157823060" sldId="258"/>
        </pc:sldMkLst>
        <pc:spChg chg="add mod">
          <ac:chgData name="Sam Khalil" userId="82cd1ec2-6208-465b-9d4d-40ce8f0cbf96" providerId="ADAL" clId="{87A27B4C-FB13-9545-B06C-83D288B68DDE}" dt="2025-08-15T08:25:24.022" v="285"/>
          <ac:spMkLst>
            <pc:docMk/>
            <pc:sldMk cId="4157823060" sldId="258"/>
            <ac:spMk id="2" creationId="{A398D0A9-A2B2-6EFC-3CED-953C505E43AE}"/>
          </ac:spMkLst>
        </pc:spChg>
        <pc:spChg chg="add mod">
          <ac:chgData name="Sam Khalil" userId="82cd1ec2-6208-465b-9d4d-40ce8f0cbf96" providerId="ADAL" clId="{87A27B4C-FB13-9545-B06C-83D288B68DDE}" dt="2025-08-15T08:25:24.022" v="285"/>
          <ac:spMkLst>
            <pc:docMk/>
            <pc:sldMk cId="4157823060" sldId="258"/>
            <ac:spMk id="3" creationId="{66AC9D6C-5F16-A1FC-BB10-37ABB7DE399A}"/>
          </ac:spMkLst>
        </pc:spChg>
        <pc:spChg chg="add mod">
          <ac:chgData name="Sam Khalil" userId="82cd1ec2-6208-465b-9d4d-40ce8f0cbf96" providerId="ADAL" clId="{87A27B4C-FB13-9545-B06C-83D288B68DDE}" dt="2025-08-15T08:25:24.022" v="285"/>
          <ac:spMkLst>
            <pc:docMk/>
            <pc:sldMk cId="4157823060" sldId="258"/>
            <ac:spMk id="5" creationId="{EBBA909B-69E0-F165-22F3-25F1C7444665}"/>
          </ac:spMkLst>
        </pc:spChg>
        <pc:spChg chg="add mod">
          <ac:chgData name="Sam Khalil" userId="82cd1ec2-6208-465b-9d4d-40ce8f0cbf96" providerId="ADAL" clId="{87A27B4C-FB13-9545-B06C-83D288B68DDE}" dt="2025-08-15T08:25:24.022" v="285"/>
          <ac:spMkLst>
            <pc:docMk/>
            <pc:sldMk cId="4157823060" sldId="258"/>
            <ac:spMk id="6" creationId="{EF1DD8C4-B6B4-AF7A-FFB6-7FBFAE7F26E3}"/>
          </ac:spMkLst>
        </pc:spChg>
        <pc:spChg chg="add mod">
          <ac:chgData name="Sam Khalil" userId="82cd1ec2-6208-465b-9d4d-40ce8f0cbf96" providerId="ADAL" clId="{87A27B4C-FB13-9545-B06C-83D288B68DDE}" dt="2025-08-15T08:25:24.022" v="285"/>
          <ac:spMkLst>
            <pc:docMk/>
            <pc:sldMk cId="4157823060" sldId="258"/>
            <ac:spMk id="7" creationId="{483754B9-892F-973D-3AE9-48FDB9FF4EF2}"/>
          </ac:spMkLst>
        </pc:spChg>
        <pc:spChg chg="add mod">
          <ac:chgData name="Sam Khalil" userId="82cd1ec2-6208-465b-9d4d-40ce8f0cbf96" providerId="ADAL" clId="{87A27B4C-FB13-9545-B06C-83D288B68DDE}" dt="2025-08-15T08:25:24.022" v="285"/>
          <ac:spMkLst>
            <pc:docMk/>
            <pc:sldMk cId="4157823060" sldId="258"/>
            <ac:spMk id="8" creationId="{EA0BE010-2CC2-035C-E4F3-7CC76628D628}"/>
          </ac:spMkLst>
        </pc:spChg>
        <pc:spChg chg="add mod">
          <ac:chgData name="Sam Khalil" userId="82cd1ec2-6208-465b-9d4d-40ce8f0cbf96" providerId="ADAL" clId="{87A27B4C-FB13-9545-B06C-83D288B68DDE}" dt="2025-08-15T08:25:24.022" v="285"/>
          <ac:spMkLst>
            <pc:docMk/>
            <pc:sldMk cId="4157823060" sldId="258"/>
            <ac:spMk id="9" creationId="{57997299-39FD-6330-E94E-4EA0D902303A}"/>
          </ac:spMkLst>
        </pc:spChg>
        <pc:spChg chg="add mod">
          <ac:chgData name="Sam Khalil" userId="82cd1ec2-6208-465b-9d4d-40ce8f0cbf96" providerId="ADAL" clId="{87A27B4C-FB13-9545-B06C-83D288B68DDE}" dt="2025-08-15T08:25:24.022" v="285"/>
          <ac:spMkLst>
            <pc:docMk/>
            <pc:sldMk cId="4157823060" sldId="258"/>
            <ac:spMk id="10" creationId="{495D33E6-E8D1-4CBA-E973-88E605A05DDF}"/>
          </ac:spMkLst>
        </pc:spChg>
        <pc:spChg chg="add mod">
          <ac:chgData name="Sam Khalil" userId="82cd1ec2-6208-465b-9d4d-40ce8f0cbf96" providerId="ADAL" clId="{87A27B4C-FB13-9545-B06C-83D288B68DDE}" dt="2025-08-15T08:25:24.022" v="285"/>
          <ac:spMkLst>
            <pc:docMk/>
            <pc:sldMk cId="4157823060" sldId="258"/>
            <ac:spMk id="11" creationId="{65BF7AEE-B032-499C-5A17-8CB157208C57}"/>
          </ac:spMkLst>
        </pc:spChg>
        <pc:spChg chg="add mod">
          <ac:chgData name="Sam Khalil" userId="82cd1ec2-6208-465b-9d4d-40ce8f0cbf96" providerId="ADAL" clId="{87A27B4C-FB13-9545-B06C-83D288B68DDE}" dt="2025-08-15T08:25:24.022" v="285"/>
          <ac:spMkLst>
            <pc:docMk/>
            <pc:sldMk cId="4157823060" sldId="258"/>
            <ac:spMk id="12" creationId="{B2B5B29E-2ED7-5482-BC37-FA012CEC2CF9}"/>
          </ac:spMkLst>
        </pc:spChg>
      </pc:sldChg>
      <pc:sldChg chg="new del">
        <pc:chgData name="Sam Khalil" userId="82cd1ec2-6208-465b-9d4d-40ce8f0cbf96" providerId="ADAL" clId="{87A27B4C-FB13-9545-B06C-83D288B68DDE}" dt="2025-08-15T08:47:03.379" v="290" actId="2696"/>
        <pc:sldMkLst>
          <pc:docMk/>
          <pc:sldMk cId="3308701453" sldId="259"/>
        </pc:sldMkLst>
      </pc:sldChg>
      <pc:sldMasterChg chg="delSp mod modSldLayout">
        <pc:chgData name="Sam Khalil" userId="82cd1ec2-6208-465b-9d4d-40ce8f0cbf96" providerId="ADAL" clId="{87A27B4C-FB13-9545-B06C-83D288B68DDE}" dt="2025-08-15T08:25:16.413" v="283" actId="478"/>
        <pc:sldMasterMkLst>
          <pc:docMk/>
          <pc:sldMasterMk cId="3143898779" sldId="2147483768"/>
        </pc:sldMasterMkLst>
        <pc:spChg chg="del">
          <ac:chgData name="Sam Khalil" userId="82cd1ec2-6208-465b-9d4d-40ce8f0cbf96" providerId="ADAL" clId="{87A27B4C-FB13-9545-B06C-83D288B68DDE}" dt="2025-08-15T06:49:52.437" v="162" actId="478"/>
          <ac:spMkLst>
            <pc:docMk/>
            <pc:sldMasterMk cId="3143898779" sldId="2147483768"/>
            <ac:spMk id="2" creationId="{EA6FF0E5-BDE0-15F8-7060-A21C0F884A64}"/>
          </ac:spMkLst>
        </pc:spChg>
        <pc:spChg chg="del">
          <ac:chgData name="Sam Khalil" userId="82cd1ec2-6208-465b-9d4d-40ce8f0cbf96" providerId="ADAL" clId="{87A27B4C-FB13-9545-B06C-83D288B68DDE}" dt="2025-08-15T06:49:52.437" v="162" actId="478"/>
          <ac:spMkLst>
            <pc:docMk/>
            <pc:sldMasterMk cId="3143898779" sldId="2147483768"/>
            <ac:spMk id="3" creationId="{CDC7ED30-1FDC-AC4A-3B21-58493651C698}"/>
          </ac:spMkLst>
        </pc:spChg>
        <pc:spChg chg="del">
          <ac:chgData name="Sam Khalil" userId="82cd1ec2-6208-465b-9d4d-40ce8f0cbf96" providerId="ADAL" clId="{87A27B4C-FB13-9545-B06C-83D288B68DDE}" dt="2025-08-15T06:49:52.437" v="162" actId="478"/>
          <ac:spMkLst>
            <pc:docMk/>
            <pc:sldMasterMk cId="3143898779" sldId="2147483768"/>
            <ac:spMk id="5" creationId="{D302BDA8-8E35-A751-E48E-2A036DEB49CC}"/>
          </ac:spMkLst>
        </pc:spChg>
        <pc:spChg chg="del">
          <ac:chgData name="Sam Khalil" userId="82cd1ec2-6208-465b-9d4d-40ce8f0cbf96" providerId="ADAL" clId="{87A27B4C-FB13-9545-B06C-83D288B68DDE}" dt="2025-08-15T06:49:52.437" v="162" actId="478"/>
          <ac:spMkLst>
            <pc:docMk/>
            <pc:sldMasterMk cId="3143898779" sldId="2147483768"/>
            <ac:spMk id="6" creationId="{9D81B007-56E3-7E0C-8BD1-071F5CD56F3F}"/>
          </ac:spMkLst>
        </pc:spChg>
        <pc:spChg chg="del">
          <ac:chgData name="Sam Khalil" userId="82cd1ec2-6208-465b-9d4d-40ce8f0cbf96" providerId="ADAL" clId="{87A27B4C-FB13-9545-B06C-83D288B68DDE}" dt="2025-08-15T06:49:52.437" v="162" actId="478"/>
          <ac:spMkLst>
            <pc:docMk/>
            <pc:sldMasterMk cId="3143898779" sldId="2147483768"/>
            <ac:spMk id="7" creationId="{DABD1B5A-1014-6049-C8F1-D8B5C4A95EC4}"/>
          </ac:spMkLst>
        </pc:spChg>
        <pc:spChg chg="del">
          <ac:chgData name="Sam Khalil" userId="82cd1ec2-6208-465b-9d4d-40ce8f0cbf96" providerId="ADAL" clId="{87A27B4C-FB13-9545-B06C-83D288B68DDE}" dt="2025-08-15T06:49:52.437" v="162" actId="478"/>
          <ac:spMkLst>
            <pc:docMk/>
            <pc:sldMasterMk cId="3143898779" sldId="2147483768"/>
            <ac:spMk id="8" creationId="{B30FC3E5-7364-2F15-F71C-F375E843AA0A}"/>
          </ac:spMkLst>
        </pc:spChg>
        <pc:spChg chg="del">
          <ac:chgData name="Sam Khalil" userId="82cd1ec2-6208-465b-9d4d-40ce8f0cbf96" providerId="ADAL" clId="{87A27B4C-FB13-9545-B06C-83D288B68DDE}" dt="2025-08-15T06:49:52.437" v="162" actId="478"/>
          <ac:spMkLst>
            <pc:docMk/>
            <pc:sldMasterMk cId="3143898779" sldId="2147483768"/>
            <ac:spMk id="9" creationId="{5C322715-4D0A-5A83-0B34-9A206E5E1837}"/>
          </ac:spMkLst>
        </pc:spChg>
        <pc:spChg chg="del">
          <ac:chgData name="Sam Khalil" userId="82cd1ec2-6208-465b-9d4d-40ce8f0cbf96" providerId="ADAL" clId="{87A27B4C-FB13-9545-B06C-83D288B68DDE}" dt="2025-08-15T06:49:52.437" v="162" actId="478"/>
          <ac:spMkLst>
            <pc:docMk/>
            <pc:sldMasterMk cId="3143898779" sldId="2147483768"/>
            <ac:spMk id="10" creationId="{A77570E0-7F51-F55B-3B03-01CCCB12BE3F}"/>
          </ac:spMkLst>
        </pc:spChg>
        <pc:spChg chg="del">
          <ac:chgData name="Sam Khalil" userId="82cd1ec2-6208-465b-9d4d-40ce8f0cbf96" providerId="ADAL" clId="{87A27B4C-FB13-9545-B06C-83D288B68DDE}" dt="2025-08-15T06:49:52.437" v="162" actId="478"/>
          <ac:spMkLst>
            <pc:docMk/>
            <pc:sldMasterMk cId="3143898779" sldId="2147483768"/>
            <ac:spMk id="11" creationId="{90150168-1DB4-3F5B-036D-420D1AF2D477}"/>
          </ac:spMkLst>
        </pc:spChg>
        <pc:spChg chg="del">
          <ac:chgData name="Sam Khalil" userId="82cd1ec2-6208-465b-9d4d-40ce8f0cbf96" providerId="ADAL" clId="{87A27B4C-FB13-9545-B06C-83D288B68DDE}" dt="2025-08-15T06:49:52.437" v="162" actId="478"/>
          <ac:spMkLst>
            <pc:docMk/>
            <pc:sldMasterMk cId="3143898779" sldId="2147483768"/>
            <ac:spMk id="12" creationId="{D9C9A476-FD18-7D48-420C-12DE49F02BA5}"/>
          </ac:spMkLst>
        </pc:spChg>
        <pc:sldLayoutChg chg="addSp delSp modSp mod">
          <pc:chgData name="Sam Khalil" userId="82cd1ec2-6208-465b-9d4d-40ce8f0cbf96" providerId="ADAL" clId="{87A27B4C-FB13-9545-B06C-83D288B68DDE}" dt="2025-08-15T08:09:57.070" v="277" actId="20577"/>
          <pc:sldLayoutMkLst>
            <pc:docMk/>
            <pc:sldMasterMk cId="3143898779" sldId="2147483768"/>
            <pc:sldLayoutMk cId="1278989944" sldId="2147483769"/>
          </pc:sldLayoutMkLst>
          <pc:spChg chg="add del">
            <ac:chgData name="Sam Khalil" userId="82cd1ec2-6208-465b-9d4d-40ce8f0cbf96" providerId="ADAL" clId="{87A27B4C-FB13-9545-B06C-83D288B68DDE}" dt="2025-08-15T06:43:53.091" v="0" actId="11529"/>
            <ac:spMkLst>
              <pc:docMk/>
              <pc:sldMasterMk cId="3143898779" sldId="2147483768"/>
              <pc:sldLayoutMk cId="1278989944" sldId="2147483769"/>
              <ac:spMk id="2" creationId="{697EEFF3-0D50-EE53-A476-944E348812F3}"/>
            </ac:spMkLst>
          </pc:spChg>
          <pc:spChg chg="add del mod">
            <ac:chgData name="Sam Khalil" userId="82cd1ec2-6208-465b-9d4d-40ce8f0cbf96" providerId="ADAL" clId="{87A27B4C-FB13-9545-B06C-83D288B68DDE}" dt="2025-08-15T06:45:07.880" v="30" actId="478"/>
            <ac:spMkLst>
              <pc:docMk/>
              <pc:sldMasterMk cId="3143898779" sldId="2147483768"/>
              <pc:sldLayoutMk cId="1278989944" sldId="2147483769"/>
              <ac:spMk id="3" creationId="{209BD688-0614-F099-57E5-614199ECA8F4}"/>
            </ac:spMkLst>
          </pc:spChg>
          <pc:spChg chg="add del">
            <ac:chgData name="Sam Khalil" userId="82cd1ec2-6208-465b-9d4d-40ce8f0cbf96" providerId="ADAL" clId="{87A27B4C-FB13-9545-B06C-83D288B68DDE}" dt="2025-08-15T06:48:57.278" v="139" actId="11529"/>
            <ac:spMkLst>
              <pc:docMk/>
              <pc:sldMasterMk cId="3143898779" sldId="2147483768"/>
              <pc:sldLayoutMk cId="1278989944" sldId="2147483769"/>
              <ac:spMk id="4" creationId="{1FE55C76-7951-BA21-904E-AD04B9C560DA}"/>
            </ac:spMkLst>
          </pc:spChg>
          <pc:spChg chg="del mod">
            <ac:chgData name="Sam Khalil" userId="82cd1ec2-6208-465b-9d4d-40ce8f0cbf96" providerId="ADAL" clId="{87A27B4C-FB13-9545-B06C-83D288B68DDE}" dt="2025-08-15T06:53:04.976" v="206" actId="478"/>
            <ac:spMkLst>
              <pc:docMk/>
              <pc:sldMasterMk cId="3143898779" sldId="2147483768"/>
              <pc:sldLayoutMk cId="1278989944" sldId="2147483769"/>
              <ac:spMk id="5" creationId="{76F7200D-FEA1-CF69-A14D-E72026F4494E}"/>
            </ac:spMkLst>
          </pc:spChg>
          <pc:spChg chg="add mod">
            <ac:chgData name="Sam Khalil" userId="82cd1ec2-6208-465b-9d4d-40ce8f0cbf96" providerId="ADAL" clId="{87A27B4C-FB13-9545-B06C-83D288B68DDE}" dt="2025-08-15T08:09:57.070" v="277" actId="20577"/>
            <ac:spMkLst>
              <pc:docMk/>
              <pc:sldMasterMk cId="3143898779" sldId="2147483768"/>
              <pc:sldLayoutMk cId="1278989944" sldId="2147483769"/>
              <ac:spMk id="6" creationId="{4159A364-144D-E2C8-29D6-EE565EC808D9}"/>
            </ac:spMkLst>
          </pc:spChg>
          <pc:spChg chg="mod">
            <ac:chgData name="Sam Khalil" userId="82cd1ec2-6208-465b-9d4d-40ce8f0cbf96" providerId="ADAL" clId="{87A27B4C-FB13-9545-B06C-83D288B68DDE}" dt="2025-08-15T06:51:07.822" v="185" actId="207"/>
            <ac:spMkLst>
              <pc:docMk/>
              <pc:sldMasterMk cId="3143898779" sldId="2147483768"/>
              <pc:sldLayoutMk cId="1278989944" sldId="2147483769"/>
              <ac:spMk id="8" creationId="{A2FFFB26-B15C-ACA5-E78C-496FA500C16C}"/>
            </ac:spMkLst>
          </pc:spChg>
          <pc:spChg chg="mod">
            <ac:chgData name="Sam Khalil" userId="82cd1ec2-6208-465b-9d4d-40ce8f0cbf96" providerId="ADAL" clId="{87A27B4C-FB13-9545-B06C-83D288B68DDE}" dt="2025-08-15T06:50:23.237" v="167" actId="207"/>
            <ac:spMkLst>
              <pc:docMk/>
              <pc:sldMasterMk cId="3143898779" sldId="2147483768"/>
              <pc:sldLayoutMk cId="1278989944" sldId="2147483769"/>
              <ac:spMk id="11" creationId="{2557F4C1-C905-3C2C-355C-D3BA9A571954}"/>
            </ac:spMkLst>
          </pc:spChg>
          <pc:spChg chg="mod">
            <ac:chgData name="Sam Khalil" userId="82cd1ec2-6208-465b-9d4d-40ce8f0cbf96" providerId="ADAL" clId="{87A27B4C-FB13-9545-B06C-83D288B68DDE}" dt="2025-08-15T06:51:24.658" v="188" actId="207"/>
            <ac:spMkLst>
              <pc:docMk/>
              <pc:sldMasterMk cId="3143898779" sldId="2147483768"/>
              <pc:sldLayoutMk cId="1278989944" sldId="2147483769"/>
              <ac:spMk id="12" creationId="{E22C6CA3-7193-4BFE-7A57-8BC551B9AF1A}"/>
            </ac:spMkLst>
          </pc:spChg>
          <pc:spChg chg="mod">
            <ac:chgData name="Sam Khalil" userId="82cd1ec2-6208-465b-9d4d-40ce8f0cbf96" providerId="ADAL" clId="{87A27B4C-FB13-9545-B06C-83D288B68DDE}" dt="2025-08-15T06:52:35.626" v="193" actId="255"/>
            <ac:spMkLst>
              <pc:docMk/>
              <pc:sldMasterMk cId="3143898779" sldId="2147483768"/>
              <pc:sldLayoutMk cId="1278989944" sldId="2147483769"/>
              <ac:spMk id="17" creationId="{699C0282-F5CA-FEC9-C27B-CBCF39B8806F}"/>
            </ac:spMkLst>
          </pc:spChg>
          <pc:picChg chg="mod">
            <ac:chgData name="Sam Khalil" userId="82cd1ec2-6208-465b-9d4d-40ce8f0cbf96" providerId="ADAL" clId="{87A27B4C-FB13-9545-B06C-83D288B68DDE}" dt="2025-08-15T06:53:03.317" v="205" actId="1076"/>
            <ac:picMkLst>
              <pc:docMk/>
              <pc:sldMasterMk cId="3143898779" sldId="2147483768"/>
              <pc:sldLayoutMk cId="1278989944" sldId="2147483769"/>
              <ac:picMk id="7" creationId="{6946BB1A-98D8-E187-4BB0-0EE691956D32}"/>
            </ac:picMkLst>
          </pc:picChg>
        </pc:sldLayoutChg>
        <pc:sldLayoutChg chg="delSp mod">
          <pc:chgData name="Sam Khalil" userId="82cd1ec2-6208-465b-9d4d-40ce8f0cbf96" providerId="ADAL" clId="{87A27B4C-FB13-9545-B06C-83D288B68DDE}" dt="2025-08-15T08:25:16.413" v="283" actId="478"/>
          <pc:sldLayoutMkLst>
            <pc:docMk/>
            <pc:sldMasterMk cId="3143898779" sldId="2147483768"/>
            <pc:sldLayoutMk cId="1000131499" sldId="2147483771"/>
          </pc:sldLayoutMkLst>
          <pc:spChg chg="del">
            <ac:chgData name="Sam Khalil" userId="82cd1ec2-6208-465b-9d4d-40ce8f0cbf96" providerId="ADAL" clId="{87A27B4C-FB13-9545-B06C-83D288B68DDE}" dt="2025-08-15T08:25:16.413" v="283" actId="478"/>
            <ac:spMkLst>
              <pc:docMk/>
              <pc:sldMasterMk cId="3143898779" sldId="2147483768"/>
              <pc:sldLayoutMk cId="1000131499" sldId="2147483771"/>
              <ac:spMk id="2" creationId="{EAADA53C-B47C-D525-3561-B981E239AF4B}"/>
            </ac:spMkLst>
          </pc:spChg>
        </pc:sldLayoutChg>
      </pc:sldMasterChg>
      <pc:sldMasterChg chg="new del mod addSldLayout delSldLayout">
        <pc:chgData name="Sam Khalil" userId="82cd1ec2-6208-465b-9d4d-40ce8f0cbf96" providerId="ADAL" clId="{87A27B4C-FB13-9545-B06C-83D288B68DDE}" dt="2025-08-15T08:25:07.606" v="282" actId="6938"/>
        <pc:sldMasterMkLst>
          <pc:docMk/>
          <pc:sldMasterMk cId="4069819825" sldId="2147483771"/>
        </pc:sldMasterMkLst>
        <pc:sldLayoutChg chg="new del replId">
          <pc:chgData name="Sam Khalil" userId="82cd1ec2-6208-465b-9d4d-40ce8f0cbf96" providerId="ADAL" clId="{87A27B4C-FB13-9545-B06C-83D288B68DDE}" dt="2025-08-15T08:25:07.606" v="282" actId="6938"/>
          <pc:sldLayoutMkLst>
            <pc:docMk/>
            <pc:sldMasterMk cId="4069819825" sldId="2147483771"/>
            <pc:sldLayoutMk cId="3316338171" sldId="2147483772"/>
          </pc:sldLayoutMkLst>
        </pc:sldLayoutChg>
        <pc:sldLayoutChg chg="new del replId">
          <pc:chgData name="Sam Khalil" userId="82cd1ec2-6208-465b-9d4d-40ce8f0cbf96" providerId="ADAL" clId="{87A27B4C-FB13-9545-B06C-83D288B68DDE}" dt="2025-08-15T08:25:07.606" v="282" actId="6938"/>
          <pc:sldLayoutMkLst>
            <pc:docMk/>
            <pc:sldMasterMk cId="4069819825" sldId="2147483771"/>
            <pc:sldLayoutMk cId="765643686" sldId="2147483773"/>
          </pc:sldLayoutMkLst>
        </pc:sldLayoutChg>
        <pc:sldLayoutChg chg="new del replId">
          <pc:chgData name="Sam Khalil" userId="82cd1ec2-6208-465b-9d4d-40ce8f0cbf96" providerId="ADAL" clId="{87A27B4C-FB13-9545-B06C-83D288B68DDE}" dt="2025-08-15T08:25:07.606" v="282" actId="6938"/>
          <pc:sldLayoutMkLst>
            <pc:docMk/>
            <pc:sldMasterMk cId="4069819825" sldId="2147483771"/>
            <pc:sldLayoutMk cId="1229239337" sldId="2147483774"/>
          </pc:sldLayoutMkLst>
        </pc:sldLayoutChg>
        <pc:sldLayoutChg chg="new del replId">
          <pc:chgData name="Sam Khalil" userId="82cd1ec2-6208-465b-9d4d-40ce8f0cbf96" providerId="ADAL" clId="{87A27B4C-FB13-9545-B06C-83D288B68DDE}" dt="2025-08-15T08:25:07.606" v="282" actId="6938"/>
          <pc:sldLayoutMkLst>
            <pc:docMk/>
            <pc:sldMasterMk cId="4069819825" sldId="2147483771"/>
            <pc:sldLayoutMk cId="2926012672" sldId="2147483775"/>
          </pc:sldLayoutMkLst>
        </pc:sldLayoutChg>
        <pc:sldLayoutChg chg="new del replId">
          <pc:chgData name="Sam Khalil" userId="82cd1ec2-6208-465b-9d4d-40ce8f0cbf96" providerId="ADAL" clId="{87A27B4C-FB13-9545-B06C-83D288B68DDE}" dt="2025-08-15T08:25:07.606" v="282" actId="6938"/>
          <pc:sldLayoutMkLst>
            <pc:docMk/>
            <pc:sldMasterMk cId="4069819825" sldId="2147483771"/>
            <pc:sldLayoutMk cId="1439163829" sldId="2147483776"/>
          </pc:sldLayoutMkLst>
        </pc:sldLayoutChg>
        <pc:sldLayoutChg chg="new del replId">
          <pc:chgData name="Sam Khalil" userId="82cd1ec2-6208-465b-9d4d-40ce8f0cbf96" providerId="ADAL" clId="{87A27B4C-FB13-9545-B06C-83D288B68DDE}" dt="2025-08-15T08:25:07.606" v="282" actId="6938"/>
          <pc:sldLayoutMkLst>
            <pc:docMk/>
            <pc:sldMasterMk cId="4069819825" sldId="2147483771"/>
            <pc:sldLayoutMk cId="2301493419" sldId="2147483777"/>
          </pc:sldLayoutMkLst>
        </pc:sldLayoutChg>
        <pc:sldLayoutChg chg="new del replId">
          <pc:chgData name="Sam Khalil" userId="82cd1ec2-6208-465b-9d4d-40ce8f0cbf96" providerId="ADAL" clId="{87A27B4C-FB13-9545-B06C-83D288B68DDE}" dt="2025-08-15T08:25:07.606" v="282" actId="6938"/>
          <pc:sldLayoutMkLst>
            <pc:docMk/>
            <pc:sldMasterMk cId="4069819825" sldId="2147483771"/>
            <pc:sldLayoutMk cId="3431512907" sldId="2147483778"/>
          </pc:sldLayoutMkLst>
        </pc:sldLayoutChg>
        <pc:sldLayoutChg chg="new del replId">
          <pc:chgData name="Sam Khalil" userId="82cd1ec2-6208-465b-9d4d-40ce8f0cbf96" providerId="ADAL" clId="{87A27B4C-FB13-9545-B06C-83D288B68DDE}" dt="2025-08-15T08:25:07.606" v="282" actId="6938"/>
          <pc:sldLayoutMkLst>
            <pc:docMk/>
            <pc:sldMasterMk cId="4069819825" sldId="2147483771"/>
            <pc:sldLayoutMk cId="98181419" sldId="2147483779"/>
          </pc:sldLayoutMkLst>
        </pc:sldLayoutChg>
        <pc:sldLayoutChg chg="new del replId">
          <pc:chgData name="Sam Khalil" userId="82cd1ec2-6208-465b-9d4d-40ce8f0cbf96" providerId="ADAL" clId="{87A27B4C-FB13-9545-B06C-83D288B68DDE}" dt="2025-08-15T08:25:07.606" v="282" actId="6938"/>
          <pc:sldLayoutMkLst>
            <pc:docMk/>
            <pc:sldMasterMk cId="4069819825" sldId="2147483771"/>
            <pc:sldLayoutMk cId="4070096628" sldId="2147483780"/>
          </pc:sldLayoutMkLst>
        </pc:sldLayoutChg>
        <pc:sldLayoutChg chg="new del replId">
          <pc:chgData name="Sam Khalil" userId="82cd1ec2-6208-465b-9d4d-40ce8f0cbf96" providerId="ADAL" clId="{87A27B4C-FB13-9545-B06C-83D288B68DDE}" dt="2025-08-15T08:25:07.606" v="282" actId="6938"/>
          <pc:sldLayoutMkLst>
            <pc:docMk/>
            <pc:sldMasterMk cId="4069819825" sldId="2147483771"/>
            <pc:sldLayoutMk cId="675702848" sldId="2147483781"/>
          </pc:sldLayoutMkLst>
        </pc:sldLayoutChg>
        <pc:sldLayoutChg chg="new del replId">
          <pc:chgData name="Sam Khalil" userId="82cd1ec2-6208-465b-9d4d-40ce8f0cbf96" providerId="ADAL" clId="{87A27B4C-FB13-9545-B06C-83D288B68DDE}" dt="2025-08-15T08:25:07.606" v="282" actId="6938"/>
          <pc:sldLayoutMkLst>
            <pc:docMk/>
            <pc:sldMasterMk cId="4069819825" sldId="2147483771"/>
            <pc:sldLayoutMk cId="1509056063" sldId="2147483782"/>
          </pc:sldLayoutMkLst>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1BF1B57-D57F-42AA-0BCB-A15BD133189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EFA2A48-EE84-E86D-16F9-1A4DCA51648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5DFCB00-05F5-7646-BC5F-7ACFDEEC4F5E}" type="datetimeFigureOut">
              <a:rPr lang="en-US" smtClean="0"/>
              <a:t>8/15/25</a:t>
            </a:fld>
            <a:endParaRPr lang="en-US"/>
          </a:p>
        </p:txBody>
      </p:sp>
      <p:sp>
        <p:nvSpPr>
          <p:cNvPr id="4" name="Footer Placeholder 3">
            <a:extLst>
              <a:ext uri="{FF2B5EF4-FFF2-40B4-BE49-F238E27FC236}">
                <a16:creationId xmlns:a16="http://schemas.microsoft.com/office/drawing/2014/main" id="{94C138BD-138A-C6AE-A326-3A48D9055A5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408C0FA-9A1E-14FF-0361-0BC00E18DA3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6294AE-046A-3D4E-8F6E-A9E65998DC3A}" type="slidenum">
              <a:rPr lang="en-US" smtClean="0"/>
              <a:t>‹#›</a:t>
            </a:fld>
            <a:endParaRPr lang="en-US"/>
          </a:p>
        </p:txBody>
      </p:sp>
    </p:spTree>
    <p:extLst>
      <p:ext uri="{BB962C8B-B14F-4D97-AF65-F5344CB8AC3E}">
        <p14:creationId xmlns:p14="http://schemas.microsoft.com/office/powerpoint/2010/main" val="177073403"/>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side of the brochure with Text and Pictures">
    <p:spTree>
      <p:nvGrpSpPr>
        <p:cNvPr id="1" name=""/>
        <p:cNvGrpSpPr/>
        <p:nvPr/>
      </p:nvGrpSpPr>
      <p:grpSpPr>
        <a:xfrm>
          <a:off x="0" y="0"/>
          <a:ext cx="0" cy="0"/>
          <a:chOff x="0" y="0"/>
          <a:chExt cx="0" cy="0"/>
        </a:xfrm>
      </p:grpSpPr>
      <p:sp>
        <p:nvSpPr>
          <p:cNvPr id="10" name="Fist page Picture - Main one">
            <a:extLst>
              <a:ext uri="{FF2B5EF4-FFF2-40B4-BE49-F238E27FC236}">
                <a16:creationId xmlns:a16="http://schemas.microsoft.com/office/drawing/2014/main" id="{0D21AAC8-19DB-3316-4B21-A1B0282F59B9}"/>
              </a:ext>
            </a:extLst>
          </p:cNvPr>
          <p:cNvSpPr>
            <a:spLocks noGrp="1"/>
          </p:cNvSpPr>
          <p:nvPr>
            <p:ph type="pic" sz="quarter" idx="10"/>
          </p:nvPr>
        </p:nvSpPr>
        <p:spPr>
          <a:xfrm>
            <a:off x="6095999" y="7089"/>
            <a:ext cx="3041650" cy="5224463"/>
          </a:xfrm>
          <a:prstGeom prst="rect">
            <a:avLst/>
          </a:prstGeom>
        </p:spPr>
        <p:txBody>
          <a:bodyPr/>
          <a:lstStyle>
            <a:lvl1pPr marL="0" indent="0">
              <a:buNone/>
              <a:defRPr sz="1600">
                <a:latin typeface="Helvetica" pitchFamily="2" charset="0"/>
              </a:defRPr>
            </a:lvl1pPr>
          </a:lstStyle>
          <a:p>
            <a:endParaRPr lang="en-US" dirty="0"/>
          </a:p>
          <a:p>
            <a:endParaRPr lang="en-US" dirty="0"/>
          </a:p>
          <a:p>
            <a:endParaRPr lang="en-US" dirty="0"/>
          </a:p>
          <a:p>
            <a:r>
              <a:rPr lang="en-US" dirty="0"/>
              <a:t>Picture to be inserted here, will be behind the main background</a:t>
            </a:r>
          </a:p>
        </p:txBody>
      </p:sp>
      <p:sp>
        <p:nvSpPr>
          <p:cNvPr id="13" name="LOCKED_Background_1">
            <a:extLst>
              <a:ext uri="{FF2B5EF4-FFF2-40B4-BE49-F238E27FC236}">
                <a16:creationId xmlns:a16="http://schemas.microsoft.com/office/drawing/2014/main" id="{2842576F-3D11-F420-4B0A-1CDF85B9BFF4}"/>
              </a:ext>
            </a:extLst>
          </p:cNvPr>
          <p:cNvSpPr>
            <a:spLocks noGrp="1"/>
          </p:cNvSpPr>
          <p:nvPr>
            <p:ph type="pic" sz="quarter" idx="11" hasCustomPrompt="1"/>
          </p:nvPr>
        </p:nvSpPr>
        <p:spPr>
          <a:xfrm>
            <a:off x="0" y="8243"/>
            <a:ext cx="12192000" cy="6464300"/>
          </a:xfrm>
          <a:prstGeom prst="rect">
            <a:avLst/>
          </a:prstGeom>
        </p:spPr>
        <p:txBody>
          <a:bodyPr/>
          <a:lstStyle>
            <a:lvl1pPr marL="0" indent="0">
              <a:buNone/>
              <a:defRPr sz="1800" b="0" i="0">
                <a:latin typeface="Helvetica" pitchFamily="2" charset="0"/>
              </a:defRPr>
            </a:lvl1pPr>
          </a:lstStyle>
          <a:p>
            <a:r>
              <a:rPr lang="en-US" dirty="0"/>
              <a:t>The main background needs to be inserted here</a:t>
            </a:r>
          </a:p>
        </p:txBody>
      </p:sp>
      <p:pic>
        <p:nvPicPr>
          <p:cNvPr id="7" name="Original Triangles" descr="A blue and white cover with a black and white triangle&#10;&#10;AI-generated content may be incorrect.">
            <a:extLst>
              <a:ext uri="{FF2B5EF4-FFF2-40B4-BE49-F238E27FC236}">
                <a16:creationId xmlns:a16="http://schemas.microsoft.com/office/drawing/2014/main" id="{6946BB1A-98D8-E187-4BB0-0EE691956D32}"/>
              </a:ext>
            </a:extLst>
          </p:cNvPr>
          <p:cNvPicPr>
            <a:picLocks noChangeAspect="1"/>
          </p:cNvPicPr>
          <p:nvPr userDrawn="1"/>
        </p:nvPicPr>
        <p:blipFill>
          <a:blip r:embed="rId2"/>
          <a:stretch>
            <a:fillRect/>
          </a:stretch>
        </p:blipFill>
        <p:spPr>
          <a:xfrm>
            <a:off x="-1" y="7089"/>
            <a:ext cx="12191999" cy="6465454"/>
          </a:xfrm>
          <a:prstGeom prst="rect">
            <a:avLst/>
          </a:prstGeom>
        </p:spPr>
      </p:pic>
      <p:sp>
        <p:nvSpPr>
          <p:cNvPr id="8" name="References Title">
            <a:extLst>
              <a:ext uri="{FF2B5EF4-FFF2-40B4-BE49-F238E27FC236}">
                <a16:creationId xmlns:a16="http://schemas.microsoft.com/office/drawing/2014/main" id="{A2FFFB26-B15C-ACA5-E78C-496FA500C16C}"/>
              </a:ext>
            </a:extLst>
          </p:cNvPr>
          <p:cNvSpPr>
            <a:spLocks noGrp="1"/>
          </p:cNvSpPr>
          <p:nvPr>
            <p:ph type="body" sz="quarter" idx="13" hasCustomPrompt="1"/>
          </p:nvPr>
        </p:nvSpPr>
        <p:spPr>
          <a:xfrm>
            <a:off x="3288438" y="4127377"/>
            <a:ext cx="2420963" cy="130516"/>
          </a:xfrm>
          <a:prstGeom prst="rect">
            <a:avLst/>
          </a:prstGeom>
        </p:spPr>
        <p:txBody>
          <a:bodyPr/>
          <a:lstStyle>
            <a:lvl1pPr marL="0" indent="0">
              <a:spcBef>
                <a:spcPts val="0"/>
              </a:spcBef>
              <a:buFontTx/>
              <a:buNone/>
              <a:defRPr lang="en-US" sz="500" b="1" dirty="0">
                <a:solidFill>
                  <a:srgbClr val="002060"/>
                </a:solidFill>
                <a:latin typeface="Helvetica" pitchFamily="2" charset="0"/>
              </a:defRPr>
            </a:lvl1pPr>
          </a:lstStyle>
          <a:p>
            <a:r>
              <a:rPr lang="en-US" dirty="0">
                <a:solidFill>
                  <a:srgbClr val="101E65"/>
                </a:solidFill>
                <a:effectLst/>
                <a:latin typeface="Helvetica" pitchFamily="2" charset="0"/>
              </a:rPr>
              <a:t>REFERENCES</a:t>
            </a:r>
          </a:p>
          <a:p>
            <a:pPr lvl="0"/>
            <a:endParaRPr lang="en-US" dirty="0"/>
          </a:p>
        </p:txBody>
      </p:sp>
      <p:sp>
        <p:nvSpPr>
          <p:cNvPr id="11" name="Bulleted References">
            <a:extLst>
              <a:ext uri="{FF2B5EF4-FFF2-40B4-BE49-F238E27FC236}">
                <a16:creationId xmlns:a16="http://schemas.microsoft.com/office/drawing/2014/main" id="{2557F4C1-C905-3C2C-355C-D3BA9A571954}"/>
              </a:ext>
            </a:extLst>
          </p:cNvPr>
          <p:cNvSpPr>
            <a:spLocks noGrp="1"/>
          </p:cNvSpPr>
          <p:nvPr>
            <p:ph type="body" sz="quarter" idx="14" hasCustomPrompt="1"/>
          </p:nvPr>
        </p:nvSpPr>
        <p:spPr>
          <a:xfrm>
            <a:off x="3316512" y="4204668"/>
            <a:ext cx="2554318" cy="858838"/>
          </a:xfrm>
          <a:prstGeom prst="rect">
            <a:avLst/>
          </a:prstGeom>
        </p:spPr>
        <p:txBody>
          <a:bodyPr/>
          <a:lstStyle>
            <a:lvl1pPr marL="61913" indent="-61913">
              <a:lnSpc>
                <a:spcPct val="100000"/>
              </a:lnSpc>
              <a:spcBef>
                <a:spcPts val="50"/>
              </a:spcBef>
              <a:spcAft>
                <a:spcPts val="50"/>
              </a:spcAft>
              <a:buFont typeface="+mj-lt"/>
              <a:buAutoNum type="arabicPeriod"/>
              <a:tabLst/>
              <a:defRPr lang="en-US" sz="460" b="1" dirty="0">
                <a:solidFill>
                  <a:srgbClr val="002060"/>
                </a:solidFill>
                <a:latin typeface="Helvetica" pitchFamily="2" charset="0"/>
              </a:defRPr>
            </a:lvl1pPr>
            <a:lvl2pPr>
              <a:defRPr sz="1100">
                <a:latin typeface="Helvetica" pitchFamily="2" charset="0"/>
              </a:defRPr>
            </a:lvl2pPr>
            <a:lvl3pPr>
              <a:defRPr sz="1050">
                <a:latin typeface="Helvetica" pitchFamily="2" charset="0"/>
              </a:defRPr>
            </a:lvl3pPr>
            <a:lvl4pPr>
              <a:defRPr sz="1000">
                <a:latin typeface="Helvetica" pitchFamily="2" charset="0"/>
              </a:defRPr>
            </a:lvl4pPr>
            <a:lvl5pPr>
              <a:defRPr sz="1000">
                <a:latin typeface="Helvetica" pitchFamily="2" charset="0"/>
              </a:defRPr>
            </a:lvl5pPr>
          </a:lstStyle>
          <a:p>
            <a:r>
              <a:rPr lang="en-US" dirty="0">
                <a:solidFill>
                  <a:srgbClr val="101E65"/>
                </a:solidFill>
                <a:effectLst/>
                <a:latin typeface="Helvetica" pitchFamily="2" charset="0"/>
              </a:rPr>
              <a:t>Gracia TR et al. Structured SMBG in early management of T2DM: Contributions from the St Carlos study. World J Diabetes. 2014;5(4):471–481. </a:t>
            </a:r>
          </a:p>
          <a:p>
            <a:r>
              <a:rPr lang="en-US" dirty="0">
                <a:solidFill>
                  <a:srgbClr val="101E65"/>
                </a:solidFill>
                <a:effectLst/>
                <a:latin typeface="Helvetica" pitchFamily="2" charset="0"/>
              </a:rPr>
              <a:t>American Diabetes Association. Standards of Medical Care in Diabetes–2021. Diabetes Care. 2021;44(Suppl. 1). </a:t>
            </a:r>
          </a:p>
          <a:p>
            <a:r>
              <a:rPr lang="en-US" dirty="0">
                <a:solidFill>
                  <a:srgbClr val="101E65"/>
                </a:solidFill>
                <a:effectLst/>
                <a:latin typeface="Helvetica" pitchFamily="2" charset="0"/>
              </a:rPr>
              <a:t>Huang IC et al. The Influence of Self-monitoring Blood Glucose Frequency on the Oscillation of Hemoglobin A1c and Chronic Complications. Chang Gung Med J. 2012;35(1):46–53. </a:t>
            </a:r>
          </a:p>
          <a:p>
            <a:r>
              <a:rPr lang="en-US" dirty="0">
                <a:solidFill>
                  <a:srgbClr val="101E65"/>
                </a:solidFill>
                <a:effectLst/>
                <a:latin typeface="Helvetica" pitchFamily="2" charset="0"/>
              </a:rPr>
              <a:t>CONTOUR</a:t>
            </a:r>
            <a:r>
              <a:rPr lang="en-US" baseline="30000" dirty="0">
                <a:solidFill>
                  <a:srgbClr val="101E65"/>
                </a:solidFill>
                <a:effectLst/>
                <a:latin typeface="Helvetica" pitchFamily="2" charset="0"/>
              </a:rPr>
              <a:t>®</a:t>
            </a:r>
            <a:r>
              <a:rPr lang="en-US" dirty="0">
                <a:solidFill>
                  <a:srgbClr val="101E65"/>
                </a:solidFill>
                <a:effectLst/>
                <a:latin typeface="Helvetica" pitchFamily="2" charset="0"/>
              </a:rPr>
              <a:t>NEXT BGMS User Guide, September 2018 </a:t>
            </a:r>
          </a:p>
          <a:p>
            <a:r>
              <a:rPr lang="en-US" dirty="0" err="1">
                <a:solidFill>
                  <a:srgbClr val="101E65"/>
                </a:solidFill>
                <a:effectLst/>
                <a:latin typeface="Helvetica" pitchFamily="2" charset="0"/>
              </a:rPr>
              <a:t>Smartson</a:t>
            </a:r>
            <a:r>
              <a:rPr lang="en-US" dirty="0">
                <a:solidFill>
                  <a:srgbClr val="101E65"/>
                </a:solidFill>
                <a:effectLst/>
                <a:latin typeface="Helvetica" pitchFamily="2" charset="0"/>
              </a:rPr>
              <a:t> Online survey Sweden 2017. 352 respondents. People with diabetes Type 1 and Type 2, over 18 years old who tested at least 4-7 times a day. Participants received free meter and test strips </a:t>
            </a:r>
          </a:p>
        </p:txBody>
      </p:sp>
      <p:sp>
        <p:nvSpPr>
          <p:cNvPr id="12" name="Ascensia Disclaimer">
            <a:extLst>
              <a:ext uri="{FF2B5EF4-FFF2-40B4-BE49-F238E27FC236}">
                <a16:creationId xmlns:a16="http://schemas.microsoft.com/office/drawing/2014/main" id="{E22C6CA3-7193-4BFE-7A57-8BC551B9AF1A}"/>
              </a:ext>
            </a:extLst>
          </p:cNvPr>
          <p:cNvSpPr>
            <a:spLocks noGrp="1"/>
          </p:cNvSpPr>
          <p:nvPr>
            <p:ph type="body" sz="quarter" idx="15" hasCustomPrompt="1"/>
          </p:nvPr>
        </p:nvSpPr>
        <p:spPr>
          <a:xfrm>
            <a:off x="3257274" y="5184754"/>
            <a:ext cx="1952399" cy="858838"/>
          </a:xfrm>
          <a:prstGeom prst="rect">
            <a:avLst/>
          </a:prstGeom>
        </p:spPr>
        <p:txBody>
          <a:bodyPr/>
          <a:lstStyle>
            <a:lvl1pPr marL="0" indent="0">
              <a:lnSpc>
                <a:spcPct val="100000"/>
              </a:lnSpc>
              <a:spcBef>
                <a:spcPts val="50"/>
              </a:spcBef>
              <a:spcAft>
                <a:spcPts val="50"/>
              </a:spcAft>
              <a:buFont typeface="+mj-lt"/>
              <a:buNone/>
              <a:tabLst/>
              <a:defRPr lang="en-US" sz="400" smtClean="0">
                <a:solidFill>
                  <a:srgbClr val="002060"/>
                </a:solidFill>
                <a:effectLst/>
                <a:latin typeface="Helvetica" pitchFamily="2" charset="0"/>
              </a:defRPr>
            </a:lvl1pPr>
            <a:lvl2pPr>
              <a:defRPr sz="1100">
                <a:latin typeface="Helvetica" pitchFamily="2" charset="0"/>
              </a:defRPr>
            </a:lvl2pPr>
            <a:lvl3pPr>
              <a:defRPr sz="1050">
                <a:latin typeface="Helvetica" pitchFamily="2" charset="0"/>
              </a:defRPr>
            </a:lvl3pPr>
            <a:lvl4pPr>
              <a:defRPr sz="1000">
                <a:latin typeface="Helvetica" pitchFamily="2" charset="0"/>
              </a:defRPr>
            </a:lvl4pPr>
            <a:lvl5pPr>
              <a:defRPr sz="1000">
                <a:latin typeface="Helvetica" pitchFamily="2" charset="0"/>
              </a:defRPr>
            </a:lvl5pPr>
          </a:lstStyle>
          <a:p>
            <a:r>
              <a:rPr lang="en-US" dirty="0">
                <a:solidFill>
                  <a:srgbClr val="000000"/>
                </a:solidFill>
                <a:effectLst/>
                <a:latin typeface="Helvetica" pitchFamily="2" charset="0"/>
              </a:rPr>
              <a:t> </a:t>
            </a:r>
            <a:r>
              <a:rPr lang="en-US" dirty="0">
                <a:solidFill>
                  <a:srgbClr val="101E65"/>
                </a:solidFill>
                <a:effectLst/>
                <a:latin typeface="Helvetica" pitchFamily="2" charset="0"/>
              </a:rPr>
              <a:t>©2021 Ascensia Diabetes Care Holdings AG. All rights reserved. Ascensia, the Ascensia Diabetes Care logo, Contour, </a:t>
            </a:r>
            <a:r>
              <a:rPr lang="en-US" dirty="0" err="1">
                <a:solidFill>
                  <a:srgbClr val="101E65"/>
                </a:solidFill>
                <a:effectLst/>
                <a:latin typeface="Helvetica" pitchFamily="2" charset="0"/>
              </a:rPr>
              <a:t>Smartlight</a:t>
            </a:r>
            <a:r>
              <a:rPr lang="en-US" dirty="0">
                <a:solidFill>
                  <a:srgbClr val="101E65"/>
                </a:solidFill>
                <a:effectLst/>
                <a:latin typeface="Helvetica" pitchFamily="2" charset="0"/>
              </a:rPr>
              <a:t>, </a:t>
            </a:r>
            <a:r>
              <a:rPr lang="en-US" dirty="0" err="1">
                <a:solidFill>
                  <a:srgbClr val="101E65"/>
                </a:solidFill>
                <a:effectLst/>
                <a:latin typeface="Helvetica" pitchFamily="2" charset="0"/>
              </a:rPr>
              <a:t>Smartcolour</a:t>
            </a:r>
            <a:r>
              <a:rPr lang="en-US" dirty="0">
                <a:solidFill>
                  <a:srgbClr val="101E65"/>
                </a:solidFill>
                <a:effectLst/>
                <a:latin typeface="Helvetica" pitchFamily="2" charset="0"/>
              </a:rPr>
              <a:t> and Second-Chance are trademarks and/or registered trademarks of Ascensia Diabetes Care Holdings AG. </a:t>
            </a:r>
          </a:p>
          <a:p>
            <a:r>
              <a:rPr lang="en-US" dirty="0">
                <a:solidFill>
                  <a:srgbClr val="101E65"/>
                </a:solidFill>
                <a:effectLst/>
                <a:latin typeface="Helvetica" pitchFamily="2" charset="0"/>
              </a:rPr>
              <a:t>Apple and the Apple logo are trademarks of Apple Inc., registered in the U.S. and other countries. App Store is a service mark of Apple Inc. Google Play and the Google Play logo are trademarks of Google LLC. All other trademarks are properties of their respective owners and are used solely for informative purposes. No relationship or endorsement should be inferred or implied. </a:t>
            </a:r>
          </a:p>
          <a:p>
            <a:r>
              <a:rPr lang="en-US" dirty="0">
                <a:solidFill>
                  <a:srgbClr val="101E65"/>
                </a:solidFill>
                <a:effectLst/>
                <a:latin typeface="Helvetica" pitchFamily="2" charset="0"/>
              </a:rPr>
              <a:t>Date of preparation: March 2021. PP-BGM-GBL-0044 </a:t>
            </a:r>
          </a:p>
        </p:txBody>
      </p:sp>
      <p:sp>
        <p:nvSpPr>
          <p:cNvPr id="24" name="HTML content leaflet front right far side">
            <a:extLst>
              <a:ext uri="{FF2B5EF4-FFF2-40B4-BE49-F238E27FC236}">
                <a16:creationId xmlns:a16="http://schemas.microsoft.com/office/drawing/2014/main" id="{16340594-85F5-7351-94DD-402DEF96C31A}"/>
              </a:ext>
            </a:extLst>
          </p:cNvPr>
          <p:cNvSpPr>
            <a:spLocks noGrp="1"/>
          </p:cNvSpPr>
          <p:nvPr>
            <p:ph type="pic" sz="quarter" idx="22" hasCustomPrompt="1"/>
          </p:nvPr>
        </p:nvSpPr>
        <p:spPr>
          <a:xfrm>
            <a:off x="9352431" y="348944"/>
            <a:ext cx="2719388" cy="6107113"/>
          </a:xfrm>
          <a:prstGeom prst="rect">
            <a:avLst/>
          </a:prstGeom>
        </p:spPr>
        <p:txBody>
          <a:bodyPr/>
          <a:lstStyle>
            <a:lvl1pPr marL="0" marR="0" indent="0" algn="l" defTabSz="861913" rtl="0" eaLnBrk="1" fontAlgn="auto" latinLnBrk="0" hangingPunct="1">
              <a:lnSpc>
                <a:spcPct val="90000"/>
              </a:lnSpc>
              <a:spcBef>
                <a:spcPts val="943"/>
              </a:spcBef>
              <a:spcAft>
                <a:spcPts val="0"/>
              </a:spcAft>
              <a:buClrTx/>
              <a:buSzTx/>
              <a:buFont typeface="Arial" panose="020B0604020202020204" pitchFamily="34" charset="0"/>
              <a:buNone/>
              <a:tabLst/>
              <a:defRPr lang="en-US" sz="1400" b="1" noProof="0" dirty="0" smtClean="0">
                <a:solidFill>
                  <a:schemeClr val="bg1"/>
                </a:solidFill>
                <a:latin typeface="Helvetica" pitchFamily="2" charset="0"/>
              </a:defRPr>
            </a:lvl1pPr>
          </a:lstStyle>
          <a:p>
            <a:r>
              <a:rPr lang="en-US" dirty="0"/>
              <a:t>HTML content to be inserted here.</a:t>
            </a:r>
          </a:p>
        </p:txBody>
      </p:sp>
      <p:sp>
        <p:nvSpPr>
          <p:cNvPr id="23" name="HTML content leaflet front left far side">
            <a:extLst>
              <a:ext uri="{FF2B5EF4-FFF2-40B4-BE49-F238E27FC236}">
                <a16:creationId xmlns:a16="http://schemas.microsoft.com/office/drawing/2014/main" id="{6E8254B4-6EB0-45F2-EE30-CA1AF56F8AE8}"/>
              </a:ext>
            </a:extLst>
          </p:cNvPr>
          <p:cNvSpPr>
            <a:spLocks noGrp="1"/>
          </p:cNvSpPr>
          <p:nvPr>
            <p:ph type="pic" sz="quarter" idx="21" hasCustomPrompt="1"/>
          </p:nvPr>
        </p:nvSpPr>
        <p:spPr>
          <a:xfrm>
            <a:off x="111125" y="349250"/>
            <a:ext cx="2719388" cy="6107113"/>
          </a:xfrm>
          <a:prstGeom prst="rect">
            <a:avLst/>
          </a:prstGeom>
        </p:spPr>
        <p:txBody>
          <a:bodyPr/>
          <a:lstStyle>
            <a:lvl1pPr marL="0" indent="0">
              <a:buNone/>
              <a:defRPr sz="1400" b="1">
                <a:solidFill>
                  <a:schemeClr val="bg1"/>
                </a:solidFill>
                <a:latin typeface="Helvetica" pitchFamily="2" charset="0"/>
              </a:defRPr>
            </a:lvl1pPr>
          </a:lstStyle>
          <a:p>
            <a:r>
              <a:rPr lang="en-US" dirty="0"/>
              <a:t>HTML content to be inserted here. </a:t>
            </a:r>
          </a:p>
        </p:txBody>
      </p:sp>
      <p:sp>
        <p:nvSpPr>
          <p:cNvPr id="21" name="Main Subtitle">
            <a:extLst>
              <a:ext uri="{FF2B5EF4-FFF2-40B4-BE49-F238E27FC236}">
                <a16:creationId xmlns:a16="http://schemas.microsoft.com/office/drawing/2014/main" id="{40B0093E-4753-B8F8-55CD-6BD7B86A3733}"/>
              </a:ext>
            </a:extLst>
          </p:cNvPr>
          <p:cNvSpPr>
            <a:spLocks noGrp="1"/>
          </p:cNvSpPr>
          <p:nvPr>
            <p:ph type="body" sz="quarter" idx="20" hasCustomPrompt="1"/>
          </p:nvPr>
        </p:nvSpPr>
        <p:spPr>
          <a:xfrm>
            <a:off x="6317238" y="4980510"/>
            <a:ext cx="2820412" cy="581025"/>
          </a:xfrm>
          <a:prstGeom prst="rect">
            <a:avLst/>
          </a:prstGeom>
        </p:spPr>
        <p:txBody>
          <a:bodyPr/>
          <a:lstStyle>
            <a:lvl1pPr marL="0" indent="0">
              <a:buNone/>
              <a:defRPr lang="en-US" sz="1000" baseline="0" smtClean="0">
                <a:solidFill>
                  <a:schemeClr val="bg1"/>
                </a:solidFill>
                <a:effectLst/>
                <a:latin typeface="Helvetica" pitchFamily="2" charset="0"/>
              </a:defRPr>
            </a:lvl1pPr>
            <a:lvl2pPr>
              <a:defRPr sz="1600">
                <a:latin typeface="Helvetica" pitchFamily="2" charset="0"/>
              </a:defRPr>
            </a:lvl2pPr>
            <a:lvl3pPr>
              <a:defRPr sz="1400">
                <a:latin typeface="Helvetica" pitchFamily="2" charset="0"/>
              </a:defRPr>
            </a:lvl3pPr>
            <a:lvl4pPr>
              <a:defRPr sz="1200">
                <a:latin typeface="Helvetica" pitchFamily="2" charset="0"/>
              </a:defRPr>
            </a:lvl4pPr>
            <a:lvl5pPr>
              <a:defRPr sz="1200">
                <a:latin typeface="Helvetica" pitchFamily="2" charset="0"/>
              </a:defRPr>
            </a:lvl5pPr>
          </a:lstStyle>
          <a:p>
            <a:pPr lvl="0"/>
            <a:r>
              <a:rPr lang="en-US" dirty="0"/>
              <a:t>Self-monitoring is an approach where people with type 2 diabetes measure their own glucose levels using a glucose meter.</a:t>
            </a:r>
            <a:r>
              <a:rPr lang="en-US" baseline="30000" dirty="0"/>
              <a:t>1</a:t>
            </a:r>
            <a:r>
              <a:rPr lang="en-US" dirty="0"/>
              <a:t> </a:t>
            </a:r>
          </a:p>
          <a:p>
            <a:pPr lvl="0"/>
            <a:endParaRPr lang="en-US" dirty="0"/>
          </a:p>
        </p:txBody>
      </p:sp>
      <p:sp>
        <p:nvSpPr>
          <p:cNvPr id="17" name="Main Text Title">
            <a:extLst>
              <a:ext uri="{FF2B5EF4-FFF2-40B4-BE49-F238E27FC236}">
                <a16:creationId xmlns:a16="http://schemas.microsoft.com/office/drawing/2014/main" id="{699C0282-F5CA-FEC9-C27B-CBCF39B8806F}"/>
              </a:ext>
            </a:extLst>
          </p:cNvPr>
          <p:cNvSpPr>
            <a:spLocks noGrp="1"/>
          </p:cNvSpPr>
          <p:nvPr>
            <p:ph type="body" sz="quarter" idx="18" hasCustomPrompt="1"/>
          </p:nvPr>
        </p:nvSpPr>
        <p:spPr>
          <a:xfrm>
            <a:off x="6310781" y="4224516"/>
            <a:ext cx="2106904" cy="581025"/>
          </a:xfrm>
          <a:prstGeom prst="rect">
            <a:avLst/>
          </a:prstGeom>
        </p:spPr>
        <p:txBody>
          <a:bodyPr/>
          <a:lstStyle>
            <a:lvl1pPr marL="0" indent="0">
              <a:lnSpc>
                <a:spcPct val="100000"/>
              </a:lnSpc>
              <a:spcBef>
                <a:spcPts val="0"/>
              </a:spcBef>
              <a:buFont typeface="+mj-lt"/>
              <a:buNone/>
              <a:defRPr sz="1800" b="1">
                <a:solidFill>
                  <a:schemeClr val="bg1"/>
                </a:solidFill>
                <a:latin typeface="Helvetica" pitchFamily="2"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Type 2 and</a:t>
            </a:r>
          </a:p>
          <a:p>
            <a:pPr lvl="0"/>
            <a:r>
              <a:rPr lang="en-US" dirty="0"/>
              <a:t>Self-monitoring</a:t>
            </a:r>
          </a:p>
        </p:txBody>
      </p:sp>
      <p:sp>
        <p:nvSpPr>
          <p:cNvPr id="6" name="Ascensia Service Phone number">
            <a:extLst>
              <a:ext uri="{FF2B5EF4-FFF2-40B4-BE49-F238E27FC236}">
                <a16:creationId xmlns:a16="http://schemas.microsoft.com/office/drawing/2014/main" id="{4159A364-144D-E2C8-29D6-EE565EC808D9}"/>
              </a:ext>
            </a:extLst>
          </p:cNvPr>
          <p:cNvSpPr>
            <a:spLocks noGrp="1"/>
          </p:cNvSpPr>
          <p:nvPr>
            <p:ph type="body" sz="quarter" idx="23" hasCustomPrompt="1"/>
          </p:nvPr>
        </p:nvSpPr>
        <p:spPr>
          <a:xfrm>
            <a:off x="3288438" y="3239816"/>
            <a:ext cx="2492375" cy="646112"/>
          </a:xfrm>
          <a:prstGeom prst="rect">
            <a:avLst/>
          </a:prstGeom>
        </p:spPr>
        <p:txBody>
          <a:bodyPr/>
          <a:lstStyle>
            <a:lvl1pPr marL="0" indent="0">
              <a:buNone/>
              <a:defRPr sz="1100" b="1">
                <a:solidFill>
                  <a:srgbClr val="002060"/>
                </a:solidFill>
                <a:latin typeface="Helvetica" pitchFamily="2" charset="0"/>
              </a:defRPr>
            </a:lvl1pPr>
          </a:lstStyle>
          <a:p>
            <a:pPr lvl="0"/>
            <a:r>
              <a:rPr lang="en-US" dirty="0"/>
              <a:t>CONTACT INFO</a:t>
            </a:r>
          </a:p>
        </p:txBody>
      </p:sp>
    </p:spTree>
    <p:extLst>
      <p:ext uri="{BB962C8B-B14F-4D97-AF65-F5344CB8AC3E}">
        <p14:creationId xmlns:p14="http://schemas.microsoft.com/office/powerpoint/2010/main" val="12789899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Back Side of the Brochure - With text or pictures">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DC8B5462-FB31-513A-8106-931D30C808F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953" y="0"/>
            <a:ext cx="12203905" cy="6464300"/>
          </a:xfrm>
          <a:prstGeom prst="rect">
            <a:avLst/>
          </a:prstGeom>
        </p:spPr>
      </p:pic>
    </p:spTree>
    <p:extLst>
      <p:ext uri="{BB962C8B-B14F-4D97-AF65-F5344CB8AC3E}">
        <p14:creationId xmlns:p14="http://schemas.microsoft.com/office/powerpoint/2010/main" val="303336950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43898779"/>
      </p:ext>
    </p:extLst>
  </p:cSld>
  <p:clrMap bg1="lt1" tx1="dk1" bg2="lt2" tx2="dk2" accent1="accent1" accent2="accent2" accent3="accent3" accent4="accent4" accent5="accent5" accent6="accent6" hlink="hlink" folHlink="folHlink"/>
  <p:sldLayoutIdLst>
    <p:sldLayoutId id="2147483769" r:id="rId1"/>
    <p:sldLayoutId id="2147483770" r:id="rId2"/>
  </p:sldLayoutIdLst>
  <p:txStyles>
    <p:titleStyle>
      <a:lvl1pPr algn="l" defTabSz="861913" rtl="0" eaLnBrk="1" latinLnBrk="0" hangingPunct="1">
        <a:lnSpc>
          <a:spcPct val="90000"/>
        </a:lnSpc>
        <a:spcBef>
          <a:spcPct val="0"/>
        </a:spcBef>
        <a:buNone/>
        <a:defRPr sz="4147" kern="1200">
          <a:solidFill>
            <a:schemeClr val="tx1"/>
          </a:solidFill>
          <a:latin typeface="+mj-lt"/>
          <a:ea typeface="+mj-ea"/>
          <a:cs typeface="+mj-cs"/>
        </a:defRPr>
      </a:lvl1pPr>
    </p:titleStyle>
    <p:bodyStyle>
      <a:lvl1pPr marL="215478" indent="-215478" algn="l" defTabSz="861913" rtl="0" eaLnBrk="1" latinLnBrk="0" hangingPunct="1">
        <a:lnSpc>
          <a:spcPct val="90000"/>
        </a:lnSpc>
        <a:spcBef>
          <a:spcPts val="943"/>
        </a:spcBef>
        <a:buFont typeface="Arial" panose="020B0604020202020204" pitchFamily="34" charset="0"/>
        <a:buChar char="•"/>
        <a:defRPr sz="2639" kern="1200">
          <a:solidFill>
            <a:schemeClr val="tx1"/>
          </a:solidFill>
          <a:latin typeface="+mn-lt"/>
          <a:ea typeface="+mn-ea"/>
          <a:cs typeface="+mn-cs"/>
        </a:defRPr>
      </a:lvl1pPr>
      <a:lvl2pPr marL="646435" indent="-215478" algn="l" defTabSz="861913" rtl="0" eaLnBrk="1" latinLnBrk="0" hangingPunct="1">
        <a:lnSpc>
          <a:spcPct val="90000"/>
        </a:lnSpc>
        <a:spcBef>
          <a:spcPts val="471"/>
        </a:spcBef>
        <a:buFont typeface="Arial" panose="020B0604020202020204" pitchFamily="34" charset="0"/>
        <a:buChar char="•"/>
        <a:defRPr sz="2262" kern="1200">
          <a:solidFill>
            <a:schemeClr val="tx1"/>
          </a:solidFill>
          <a:latin typeface="+mn-lt"/>
          <a:ea typeface="+mn-ea"/>
          <a:cs typeface="+mn-cs"/>
        </a:defRPr>
      </a:lvl2pPr>
      <a:lvl3pPr marL="1077392" indent="-215478" algn="l" defTabSz="861913" rtl="0" eaLnBrk="1" latinLnBrk="0" hangingPunct="1">
        <a:lnSpc>
          <a:spcPct val="90000"/>
        </a:lnSpc>
        <a:spcBef>
          <a:spcPts val="471"/>
        </a:spcBef>
        <a:buFont typeface="Arial" panose="020B0604020202020204" pitchFamily="34" charset="0"/>
        <a:buChar char="•"/>
        <a:defRPr sz="1885" kern="1200">
          <a:solidFill>
            <a:schemeClr val="tx1"/>
          </a:solidFill>
          <a:latin typeface="+mn-lt"/>
          <a:ea typeface="+mn-ea"/>
          <a:cs typeface="+mn-cs"/>
        </a:defRPr>
      </a:lvl3pPr>
      <a:lvl4pPr marL="1508349" indent="-215478" algn="l" defTabSz="86191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305" indent="-215478" algn="l" defTabSz="86191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262" indent="-215478" algn="l" defTabSz="86191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219" indent="-215478" algn="l" defTabSz="86191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175" indent="-215478" algn="l" defTabSz="86191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132" indent="-215478" algn="l" defTabSz="86191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p:bodyStyle>
    <p:otherStyle>
      <a:defPPr>
        <a:defRPr lang="en-US"/>
      </a:defPPr>
      <a:lvl1pPr marL="0" algn="l" defTabSz="861913" rtl="0" eaLnBrk="1" latinLnBrk="0" hangingPunct="1">
        <a:defRPr sz="1697" kern="1200">
          <a:solidFill>
            <a:schemeClr val="tx1"/>
          </a:solidFill>
          <a:latin typeface="+mn-lt"/>
          <a:ea typeface="+mn-ea"/>
          <a:cs typeface="+mn-cs"/>
        </a:defRPr>
      </a:lvl1pPr>
      <a:lvl2pPr marL="430957" algn="l" defTabSz="861913" rtl="0" eaLnBrk="1" latinLnBrk="0" hangingPunct="1">
        <a:defRPr sz="1697" kern="1200">
          <a:solidFill>
            <a:schemeClr val="tx1"/>
          </a:solidFill>
          <a:latin typeface="+mn-lt"/>
          <a:ea typeface="+mn-ea"/>
          <a:cs typeface="+mn-cs"/>
        </a:defRPr>
      </a:lvl2pPr>
      <a:lvl3pPr marL="861913" algn="l" defTabSz="861913" rtl="0" eaLnBrk="1" latinLnBrk="0" hangingPunct="1">
        <a:defRPr sz="1697" kern="1200">
          <a:solidFill>
            <a:schemeClr val="tx1"/>
          </a:solidFill>
          <a:latin typeface="+mn-lt"/>
          <a:ea typeface="+mn-ea"/>
          <a:cs typeface="+mn-cs"/>
        </a:defRPr>
      </a:lvl3pPr>
      <a:lvl4pPr marL="1292870" algn="l" defTabSz="861913" rtl="0" eaLnBrk="1" latinLnBrk="0" hangingPunct="1">
        <a:defRPr sz="1697" kern="1200">
          <a:solidFill>
            <a:schemeClr val="tx1"/>
          </a:solidFill>
          <a:latin typeface="+mn-lt"/>
          <a:ea typeface="+mn-ea"/>
          <a:cs typeface="+mn-cs"/>
        </a:defRPr>
      </a:lvl4pPr>
      <a:lvl5pPr marL="1723827" algn="l" defTabSz="861913" rtl="0" eaLnBrk="1" latinLnBrk="0" hangingPunct="1">
        <a:defRPr sz="1697" kern="1200">
          <a:solidFill>
            <a:schemeClr val="tx1"/>
          </a:solidFill>
          <a:latin typeface="+mn-lt"/>
          <a:ea typeface="+mn-ea"/>
          <a:cs typeface="+mn-cs"/>
        </a:defRPr>
      </a:lvl5pPr>
      <a:lvl6pPr marL="2154784" algn="l" defTabSz="861913" rtl="0" eaLnBrk="1" latinLnBrk="0" hangingPunct="1">
        <a:defRPr sz="1697" kern="1200">
          <a:solidFill>
            <a:schemeClr val="tx1"/>
          </a:solidFill>
          <a:latin typeface="+mn-lt"/>
          <a:ea typeface="+mn-ea"/>
          <a:cs typeface="+mn-cs"/>
        </a:defRPr>
      </a:lvl6pPr>
      <a:lvl7pPr marL="2585740" algn="l" defTabSz="861913" rtl="0" eaLnBrk="1" latinLnBrk="0" hangingPunct="1">
        <a:defRPr sz="1697" kern="1200">
          <a:solidFill>
            <a:schemeClr val="tx1"/>
          </a:solidFill>
          <a:latin typeface="+mn-lt"/>
          <a:ea typeface="+mn-ea"/>
          <a:cs typeface="+mn-cs"/>
        </a:defRPr>
      </a:lvl7pPr>
      <a:lvl8pPr marL="3016697" algn="l" defTabSz="861913" rtl="0" eaLnBrk="1" latinLnBrk="0" hangingPunct="1">
        <a:defRPr sz="1697" kern="1200">
          <a:solidFill>
            <a:schemeClr val="tx1"/>
          </a:solidFill>
          <a:latin typeface="+mn-lt"/>
          <a:ea typeface="+mn-ea"/>
          <a:cs typeface="+mn-cs"/>
        </a:defRPr>
      </a:lvl8pPr>
      <a:lvl9pPr marL="3447654" algn="l" defTabSz="861913" rtl="0" eaLnBrk="1" latinLnBrk="0" hangingPunct="1">
        <a:defRPr sz="1697" kern="1200">
          <a:solidFill>
            <a:schemeClr val="tx1"/>
          </a:solidFill>
          <a:latin typeface="+mn-lt"/>
          <a:ea typeface="+mn-ea"/>
          <a:cs typeface="+mn-cs"/>
        </a:defRPr>
      </a:lvl9pPr>
    </p:otherStyle>
  </p:txStyles>
</p:sldMaster>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9D55CCFAD34A484FAC43376D580F7497" ma:contentTypeVersion="13" ma:contentTypeDescription="Create a new document." ma:contentTypeScope="" ma:versionID="20fcfebd8cb07aba400aa359cb6a137d">
  <xsd:schema xmlns:xsd="http://www.w3.org/2001/XMLSchema" xmlns:xs="http://www.w3.org/2001/XMLSchema" xmlns:p="http://schemas.microsoft.com/office/2006/metadata/properties" xmlns:ns2="bdfda862-7558-4f4e-99f8-648970d7935e" xmlns:ns3="2bdccfd7-ed75-47c4-ae3e-45ba8291135b" targetNamespace="http://schemas.microsoft.com/office/2006/metadata/properties" ma:root="true" ma:fieldsID="e7232410060904e04ccc6d86ba125b69" ns2:_="" ns3:_="">
    <xsd:import namespace="bdfda862-7558-4f4e-99f8-648970d7935e"/>
    <xsd:import namespace="2bdccfd7-ed75-47c4-ae3e-45ba8291135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ServiceOCR" minOccurs="0"/>
                <xsd:element ref="ns2:MediaLengthInSeconds" minOccurs="0"/>
                <xsd:element ref="ns2:MediaServiceBillingMetadata"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dfda862-7558-4f4e-99f8-648970d7935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lcf76f155ced4ddcb4097134ff3c332f" ma:index="12" nillable="true" ma:taxonomy="true" ma:internalName="lcf76f155ced4ddcb4097134ff3c332f" ma:taxonomyFieldName="MediaServiceImageTags" ma:displayName="Image Tags" ma:readOnly="false" ma:fieldId="{5cf76f15-5ced-4ddc-b409-7134ff3c332f}" ma:taxonomyMulti="true" ma:sspId="3172f08a-6d1d-4090-b6e7-443b1fdb3008" ma:termSetId="09814cd3-568e-fe90-9814-8d621ff8fb84" ma:anchorId="fba54fb3-c3e1-fe81-a776-ca4b69148c4d" ma:open="true" ma:isKeyword="false">
      <xsd:complexType>
        <xsd:sequence>
          <xsd:element ref="pc:Terms" minOccurs="0" maxOccurs="1"/>
        </xsd:sequence>
      </xsd:complex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LengthInSeconds" ma:index="18" nillable="true" ma:displayName="MediaLengthInSeconds" ma:hidden="true" ma:internalName="MediaLengthInSeconds" ma:readOnly="true">
      <xsd:simpleType>
        <xsd:restriction base="dms:Unknown"/>
      </xsd:simpleType>
    </xsd:element>
    <xsd:element name="MediaServiceBillingMetadata" ma:index="19" nillable="true" ma:displayName="MediaServiceBillingMetadata" ma:hidden="true" ma:internalName="MediaServiceBillingMetadata" ma:readOnly="true">
      <xsd:simpleType>
        <xsd:restriction base="dms:Note"/>
      </xsd:simpleType>
    </xsd:element>
    <xsd:element name="MediaServiceLocation" ma:index="20" nillable="true" ma:displayName="Location" ma:descrip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bdccfd7-ed75-47c4-ae3e-45ba8291135b" elementFormDefault="qualified">
    <xsd:import namespace="http://schemas.microsoft.com/office/2006/documentManagement/types"/>
    <xsd:import namespace="http://schemas.microsoft.com/office/infopath/2007/PartnerControls"/>
    <xsd:element name="TaxCatchAll" ma:index="13" nillable="true" ma:displayName="Taxonomy Catch All Column" ma:hidden="true" ma:list="{5b3827de-d5af-4de8-9be1-31d341ffe7dd}" ma:internalName="TaxCatchAll" ma:showField="CatchAllData" ma:web="2bdccfd7-ed75-47c4-ae3e-45ba8291135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2bdccfd7-ed75-47c4-ae3e-45ba8291135b" xsi:nil="true"/>
    <lcf76f155ced4ddcb4097134ff3c332f xmlns="bdfda862-7558-4f4e-99f8-648970d7935e">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51BB2657-A3D8-435D-ABCC-EAD347EFA0A4}">
  <ds:schemaRefs>
    <ds:schemaRef ds:uri="http://schemas.microsoft.com/sharepoint/v3/contenttype/forms"/>
  </ds:schemaRefs>
</ds:datastoreItem>
</file>

<file path=customXml/itemProps2.xml><?xml version="1.0" encoding="utf-8"?>
<ds:datastoreItem xmlns:ds="http://schemas.openxmlformats.org/officeDocument/2006/customXml" ds:itemID="{65458A40-C344-4C63-946C-148A053E98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dfda862-7558-4f4e-99f8-648970d7935e"/>
    <ds:schemaRef ds:uri="2bdccfd7-ed75-47c4-ae3e-45ba8291135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1722C4D8-7046-43E3-B8BC-A45BA1E55AF2}">
  <ds:schemaRefs>
    <ds:schemaRef ds:uri="http://schemas.microsoft.com/office/2006/documentManagement/types"/>
    <ds:schemaRef ds:uri="bdfda862-7558-4f4e-99f8-648970d7935e"/>
    <ds:schemaRef ds:uri="http://www.w3.org/XML/1998/namespace"/>
    <ds:schemaRef ds:uri="http://purl.org/dc/elements/1.1/"/>
    <ds:schemaRef ds:uri="http://purl.org/dc/terms/"/>
    <ds:schemaRef ds:uri="http://schemas.microsoft.com/office/2006/metadata/properties"/>
    <ds:schemaRef ds:uri="http://schemas.openxmlformats.org/package/2006/metadata/core-properties"/>
    <ds:schemaRef ds:uri="http://schemas.microsoft.com/office/infopath/2007/PartnerControls"/>
    <ds:schemaRef ds:uri="2bdccfd7-ed75-47c4-ae3e-45ba8291135b"/>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Office Theme</Template>
  <TotalTime>537</TotalTime>
  <Words>0</Words>
  <Application>Microsoft Macintosh PowerPoint</Application>
  <PresentationFormat>Custom</PresentationFormat>
  <Paragraphs>0</Paragraphs>
  <Slides>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0</vt:i4>
      </vt:variant>
    </vt:vector>
  </HeadingPairs>
  <TitlesOfParts>
    <vt:vector size="4" baseType="lpstr">
      <vt:lpstr>Aptos</vt:lpstr>
      <vt:lpstr>Arial</vt:lpstr>
      <vt:lpstr>Helvetica</vt:lpstr>
      <vt:lpstr>Office Theme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 Khalil</dc:creator>
  <cp:lastModifiedBy>Sam Khalil</cp:lastModifiedBy>
  <cp:revision>2</cp:revision>
  <dcterms:created xsi:type="dcterms:W3CDTF">2025-08-13T15:41:52Z</dcterms:created>
  <dcterms:modified xsi:type="dcterms:W3CDTF">2025-08-15T08:47:09Z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0x0101009D55CCFAD34A484FAC43376D580F7497</vt:lpwstr>
  </property>
  <property fmtid="{D5CDD505-2E9C-101B-9397-08002B2CF9AE}" pid="3" name="MediaServiceImageTags">
    <vt:lpwstr/>
  </property>
</Properties>
</file>